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Georgia Bold" charset="1" panose="02040802050405020203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B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05223" y="-1658617"/>
            <a:ext cx="4048763" cy="4048763"/>
            <a:chOff x="0" y="0"/>
            <a:chExt cx="5398351" cy="5398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53863" y="2181863"/>
            <a:ext cx="4780283" cy="4780283"/>
            <a:chOff x="0" y="0"/>
            <a:chExt cx="6373711" cy="6373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33984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39840">
                  <a:moveTo>
                    <a:pt x="0" y="3169920"/>
                  </a:moveTo>
                  <a:cubicBezTo>
                    <a:pt x="0" y="1419225"/>
                    <a:pt x="1419225" y="0"/>
                    <a:pt x="3169920" y="0"/>
                  </a:cubicBezTo>
                  <a:cubicBezTo>
                    <a:pt x="4920615" y="0"/>
                    <a:pt x="6339840" y="1419225"/>
                    <a:pt x="6339840" y="3169920"/>
                  </a:cubicBezTo>
                  <a:cubicBezTo>
                    <a:pt x="6339840" y="4920615"/>
                    <a:pt x="4920615" y="6339840"/>
                    <a:pt x="3169920" y="6339840"/>
                  </a:cubicBezTo>
                  <a:cubicBezTo>
                    <a:pt x="1419225" y="6339840"/>
                    <a:pt x="0" y="4920615"/>
                    <a:pt x="0" y="316992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73749" cy="6373622"/>
            </a:xfrm>
            <a:custGeom>
              <a:avLst/>
              <a:gdLst/>
              <a:ahLst/>
              <a:cxnLst/>
              <a:rect r="r" b="b" t="t" l="l"/>
              <a:pathLst>
                <a:path h="6373622" w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lnTo>
                    <a:pt x="3186811" y="16891"/>
                  </a:lnTo>
                  <a:lnTo>
                    <a:pt x="3186811" y="0"/>
                  </a:lnTo>
                  <a:cubicBezTo>
                    <a:pt x="4946904" y="0"/>
                    <a:pt x="6373749" y="1426845"/>
                    <a:pt x="6373749" y="3186811"/>
                  </a:cubicBezTo>
                  <a:cubicBezTo>
                    <a:pt x="6373749" y="4946904"/>
                    <a:pt x="4946904" y="6373622"/>
                    <a:pt x="3186938" y="6373622"/>
                  </a:cubicBezTo>
                  <a:lnTo>
                    <a:pt x="3186938" y="6356731"/>
                  </a:lnTo>
                  <a:lnTo>
                    <a:pt x="3186938" y="6373622"/>
                  </a:lnTo>
                  <a:cubicBezTo>
                    <a:pt x="1426845" y="6373749"/>
                    <a:pt x="0" y="4946904"/>
                    <a:pt x="0" y="3186811"/>
                  </a:cubicBezTo>
                  <a:lnTo>
                    <a:pt x="16891" y="3186811"/>
                  </a:lnTo>
                  <a:lnTo>
                    <a:pt x="29718" y="3197860"/>
                  </a:lnTo>
                  <a:cubicBezTo>
                    <a:pt x="25146" y="3203194"/>
                    <a:pt x="17653" y="3205226"/>
                    <a:pt x="11049" y="3202686"/>
                  </a:cubicBezTo>
                  <a:cubicBezTo>
                    <a:pt x="4445" y="3200146"/>
                    <a:pt x="0" y="3193923"/>
                    <a:pt x="0" y="3186811"/>
                  </a:cubicBezTo>
                  <a:moveTo>
                    <a:pt x="33909" y="3186811"/>
                  </a:moveTo>
                  <a:lnTo>
                    <a:pt x="16891" y="3186811"/>
                  </a:lnTo>
                  <a:lnTo>
                    <a:pt x="4064" y="3175762"/>
                  </a:lnTo>
                  <a:cubicBezTo>
                    <a:pt x="8636" y="3170428"/>
                    <a:pt x="16129" y="3168396"/>
                    <a:pt x="22733" y="3170936"/>
                  </a:cubicBezTo>
                  <a:cubicBezTo>
                    <a:pt x="29337" y="3173476"/>
                    <a:pt x="33782" y="3179699"/>
                    <a:pt x="33782" y="3186811"/>
                  </a:cubicBezTo>
                  <a:cubicBezTo>
                    <a:pt x="33782" y="4928108"/>
                    <a:pt x="1445387" y="6339840"/>
                    <a:pt x="3186811" y="6339840"/>
                  </a:cubicBezTo>
                  <a:cubicBezTo>
                    <a:pt x="4928108" y="6339840"/>
                    <a:pt x="6339840" y="4928235"/>
                    <a:pt x="6339840" y="3186811"/>
                  </a:cubicBezTo>
                  <a:lnTo>
                    <a:pt x="6356731" y="3186811"/>
                  </a:lnTo>
                  <a:lnTo>
                    <a:pt x="6339840" y="3186811"/>
                  </a:lnTo>
                  <a:cubicBezTo>
                    <a:pt x="6339840" y="1445514"/>
                    <a:pt x="4928235" y="33909"/>
                    <a:pt x="3186811" y="33909"/>
                  </a:cubicBezTo>
                  <a:lnTo>
                    <a:pt x="3186811" y="16891"/>
                  </a:lnTo>
                  <a:lnTo>
                    <a:pt x="3186811" y="33909"/>
                  </a:lnTo>
                  <a:cubicBezTo>
                    <a:pt x="1445514" y="33909"/>
                    <a:pt x="33909" y="1445514"/>
                    <a:pt x="33909" y="318681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68263" y="3096263"/>
            <a:ext cx="2951483" cy="2951483"/>
            <a:chOff x="0" y="0"/>
            <a:chExt cx="3935311" cy="3935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901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901440">
                  <a:moveTo>
                    <a:pt x="0" y="1950720"/>
                  </a:moveTo>
                  <a:cubicBezTo>
                    <a:pt x="0" y="873379"/>
                    <a:pt x="873379" y="0"/>
                    <a:pt x="1950720" y="0"/>
                  </a:cubicBezTo>
                  <a:cubicBezTo>
                    <a:pt x="3028061" y="0"/>
                    <a:pt x="3901440" y="873379"/>
                    <a:pt x="3901440" y="1950720"/>
                  </a:cubicBezTo>
                  <a:cubicBezTo>
                    <a:pt x="3901440" y="3028061"/>
                    <a:pt x="3028061" y="3901440"/>
                    <a:pt x="1950720" y="3901440"/>
                  </a:cubicBezTo>
                  <a:cubicBezTo>
                    <a:pt x="873379" y="3901440"/>
                    <a:pt x="0" y="3028061"/>
                    <a:pt x="0" y="195072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5349" cy="3935222"/>
            </a:xfrm>
            <a:custGeom>
              <a:avLst/>
              <a:gdLst/>
              <a:ahLst/>
              <a:cxnLst/>
              <a:rect r="r" b="b" t="t" l="l"/>
              <a:pathLst>
                <a:path h="3935222" w="3935349">
                  <a:moveTo>
                    <a:pt x="0" y="1967611"/>
                  </a:moveTo>
                  <a:cubicBezTo>
                    <a:pt x="0" y="880999"/>
                    <a:pt x="880999" y="0"/>
                    <a:pt x="1967611" y="0"/>
                  </a:cubicBezTo>
                  <a:lnTo>
                    <a:pt x="1967611" y="16891"/>
                  </a:lnTo>
                  <a:lnTo>
                    <a:pt x="1967611" y="0"/>
                  </a:lnTo>
                  <a:cubicBezTo>
                    <a:pt x="3054350" y="0"/>
                    <a:pt x="3935349" y="880999"/>
                    <a:pt x="3935349" y="1967611"/>
                  </a:cubicBezTo>
                  <a:lnTo>
                    <a:pt x="3918458" y="1967611"/>
                  </a:lnTo>
                  <a:lnTo>
                    <a:pt x="3935349" y="1967611"/>
                  </a:lnTo>
                  <a:cubicBezTo>
                    <a:pt x="3935349" y="3054350"/>
                    <a:pt x="3054350" y="3935222"/>
                    <a:pt x="1967738" y="3935222"/>
                  </a:cubicBezTo>
                  <a:lnTo>
                    <a:pt x="1967738" y="3918331"/>
                  </a:lnTo>
                  <a:lnTo>
                    <a:pt x="1967738" y="3935222"/>
                  </a:lnTo>
                  <a:cubicBezTo>
                    <a:pt x="880999" y="3935349"/>
                    <a:pt x="0" y="3054350"/>
                    <a:pt x="0" y="1967611"/>
                  </a:cubicBezTo>
                  <a:lnTo>
                    <a:pt x="16891" y="196761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0" y="1967611"/>
                  </a:lnTo>
                  <a:moveTo>
                    <a:pt x="33909" y="1967611"/>
                  </a:moveTo>
                  <a:cubicBezTo>
                    <a:pt x="33909" y="1977009"/>
                    <a:pt x="26289" y="1984502"/>
                    <a:pt x="17018" y="1984502"/>
                  </a:cubicBezTo>
                  <a:cubicBezTo>
                    <a:pt x="7747" y="1984502"/>
                    <a:pt x="0" y="1977009"/>
                    <a:pt x="0" y="1967611"/>
                  </a:cubicBezTo>
                  <a:cubicBezTo>
                    <a:pt x="0" y="1958213"/>
                    <a:pt x="7620" y="1950720"/>
                    <a:pt x="16891" y="1950720"/>
                  </a:cubicBezTo>
                  <a:cubicBezTo>
                    <a:pt x="26162" y="1950720"/>
                    <a:pt x="33782" y="1958340"/>
                    <a:pt x="33782" y="1967611"/>
                  </a:cubicBezTo>
                  <a:cubicBezTo>
                    <a:pt x="33782" y="3035554"/>
                    <a:pt x="899541" y="3901440"/>
                    <a:pt x="1967611" y="3901440"/>
                  </a:cubicBezTo>
                  <a:cubicBezTo>
                    <a:pt x="3035554" y="3901440"/>
                    <a:pt x="3901440" y="3035681"/>
                    <a:pt x="3901440" y="1967611"/>
                  </a:cubicBezTo>
                  <a:cubicBezTo>
                    <a:pt x="3901440" y="899668"/>
                    <a:pt x="3035681" y="33782"/>
                    <a:pt x="1967611" y="33782"/>
                  </a:cubicBezTo>
                  <a:lnTo>
                    <a:pt x="1967611" y="16891"/>
                  </a:lnTo>
                  <a:lnTo>
                    <a:pt x="1967611" y="33909"/>
                  </a:lnTo>
                  <a:cubicBezTo>
                    <a:pt x="899668" y="33909"/>
                    <a:pt x="33909" y="899668"/>
                    <a:pt x="33909" y="196761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1947" y="900427"/>
            <a:ext cx="2771137" cy="759457"/>
            <a:chOff x="0" y="0"/>
            <a:chExt cx="3694849" cy="10126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3716" y="635"/>
              <a:ext cx="3667252" cy="1011301"/>
            </a:xfrm>
            <a:custGeom>
              <a:avLst/>
              <a:gdLst/>
              <a:ahLst/>
              <a:cxnLst/>
              <a:rect r="r" b="b" t="t" l="l"/>
              <a:pathLst>
                <a:path h="1011301" w="3667252">
                  <a:moveTo>
                    <a:pt x="9652" y="0"/>
                  </a:moveTo>
                  <a:lnTo>
                    <a:pt x="3667252" y="975360"/>
                  </a:lnTo>
                  <a:lnTo>
                    <a:pt x="3657600" y="101130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375147" y="900427"/>
            <a:ext cx="4417057" cy="759457"/>
            <a:chOff x="0" y="0"/>
            <a:chExt cx="5889409" cy="10126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621" y="254"/>
              <a:ext cx="5858256" cy="1012063"/>
            </a:xfrm>
            <a:custGeom>
              <a:avLst/>
              <a:gdLst/>
              <a:ahLst/>
              <a:cxnLst/>
              <a:rect r="r" b="b" t="t" l="l"/>
              <a:pathLst>
                <a:path h="1012063" w="5858256">
                  <a:moveTo>
                    <a:pt x="6096" y="0"/>
                  </a:moveTo>
                  <a:lnTo>
                    <a:pt x="5858256" y="975360"/>
                  </a:lnTo>
                  <a:lnTo>
                    <a:pt x="5852160" y="1012063"/>
                  </a:lnTo>
                  <a:lnTo>
                    <a:pt x="0" y="36703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64267" y="900427"/>
            <a:ext cx="3136897" cy="1308097"/>
            <a:chOff x="0" y="0"/>
            <a:chExt cx="4182529" cy="17441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557" y="1397"/>
              <a:ext cx="4159504" cy="1741297"/>
            </a:xfrm>
            <a:custGeom>
              <a:avLst/>
              <a:gdLst/>
              <a:ahLst/>
              <a:cxnLst/>
              <a:rect r="r" b="b" t="t" l="l"/>
              <a:pathLst>
                <a:path h="1741297" w="4159504">
                  <a:moveTo>
                    <a:pt x="14224" y="0"/>
                  </a:moveTo>
                  <a:lnTo>
                    <a:pt x="4159504" y="1706880"/>
                  </a:lnTo>
                  <a:lnTo>
                    <a:pt x="4145280" y="1741297"/>
                  </a:lnTo>
                  <a:lnTo>
                    <a:pt x="0" y="3441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73227" y="2180587"/>
            <a:ext cx="5514337" cy="393697"/>
            <a:chOff x="0" y="0"/>
            <a:chExt cx="7352449" cy="524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272" y="0"/>
              <a:ext cx="7317740" cy="524891"/>
            </a:xfrm>
            <a:custGeom>
              <a:avLst/>
              <a:gdLst/>
              <a:ahLst/>
              <a:cxnLst/>
              <a:rect r="r" b="b" t="t" l="l"/>
              <a:pathLst>
                <a:path h="524891" w="7317740">
                  <a:moveTo>
                    <a:pt x="2540" y="0"/>
                  </a:moveTo>
                  <a:lnTo>
                    <a:pt x="7317740" y="487680"/>
                  </a:lnTo>
                  <a:lnTo>
                    <a:pt x="7315200" y="524891"/>
                  </a:lnTo>
                  <a:lnTo>
                    <a:pt x="0" y="3721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94987" y="3643627"/>
            <a:ext cx="4051297" cy="1856737"/>
            <a:chOff x="0" y="0"/>
            <a:chExt cx="5401729" cy="24756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0922" y="1651"/>
              <a:ext cx="5379847" cy="2472309"/>
            </a:xfrm>
            <a:custGeom>
              <a:avLst/>
              <a:gdLst/>
              <a:ahLst/>
              <a:cxnLst/>
              <a:rect r="r" b="b" t="t" l="l"/>
              <a:pathLst>
                <a:path h="2472309" w="5379847">
                  <a:moveTo>
                    <a:pt x="15367" y="0"/>
                  </a:moveTo>
                  <a:lnTo>
                    <a:pt x="5379847" y="2438400"/>
                  </a:lnTo>
                  <a:lnTo>
                    <a:pt x="5364480" y="24723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18347" y="900427"/>
            <a:ext cx="1673857" cy="2771137"/>
            <a:chOff x="0" y="0"/>
            <a:chExt cx="2231809" cy="36948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667" y="9017"/>
              <a:ext cx="2226437" cy="3676777"/>
            </a:xfrm>
            <a:custGeom>
              <a:avLst/>
              <a:gdLst/>
              <a:ahLst/>
              <a:cxnLst/>
              <a:rect r="r" b="b" t="t" l="l"/>
              <a:pathLst>
                <a:path h="3676777" w="2226437">
                  <a:moveTo>
                    <a:pt x="31877" y="0"/>
                  </a:moveTo>
                  <a:lnTo>
                    <a:pt x="2226437" y="3657600"/>
                  </a:lnTo>
                  <a:lnTo>
                    <a:pt x="2194433" y="36767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5787" y="5289547"/>
            <a:ext cx="3502657" cy="759457"/>
            <a:chOff x="0" y="0"/>
            <a:chExt cx="4670209" cy="10126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4732" y="381"/>
              <a:ext cx="4640707" cy="1011809"/>
            </a:xfrm>
            <a:custGeom>
              <a:avLst/>
              <a:gdLst/>
              <a:ahLst/>
              <a:cxnLst/>
              <a:rect r="r" b="b" t="t" l="l"/>
              <a:pathLst>
                <a:path h="1011809" w="4640707">
                  <a:moveTo>
                    <a:pt x="7747" y="0"/>
                  </a:moveTo>
                  <a:lnTo>
                    <a:pt x="4640707" y="975360"/>
                  </a:lnTo>
                  <a:lnTo>
                    <a:pt x="4633087" y="1011809"/>
                  </a:lnTo>
                  <a:lnTo>
                    <a:pt x="0" y="3644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18347" y="3643627"/>
            <a:ext cx="2405377" cy="1673857"/>
            <a:chOff x="0" y="0"/>
            <a:chExt cx="3207169" cy="22318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001" y="3302"/>
              <a:ext cx="3191129" cy="2225167"/>
            </a:xfrm>
            <a:custGeom>
              <a:avLst/>
              <a:gdLst/>
              <a:ahLst/>
              <a:cxnLst/>
              <a:rect r="r" b="b" t="t" l="l"/>
              <a:pathLst>
                <a:path h="2225167" w="3191129">
                  <a:moveTo>
                    <a:pt x="21209" y="0"/>
                  </a:moveTo>
                  <a:lnTo>
                    <a:pt x="3191129" y="2194560"/>
                  </a:lnTo>
                  <a:lnTo>
                    <a:pt x="3169920" y="2225167"/>
                  </a:lnTo>
                  <a:lnTo>
                    <a:pt x="0" y="3060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95787" y="5106667"/>
            <a:ext cx="7343137" cy="210817"/>
            <a:chOff x="0" y="0"/>
            <a:chExt cx="9790849" cy="2810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8161" y="0"/>
              <a:ext cx="9754489" cy="281051"/>
            </a:xfrm>
            <a:custGeom>
              <a:avLst/>
              <a:gdLst/>
              <a:ahLst/>
              <a:cxnLst/>
              <a:rect r="r" b="b" t="t" l="l"/>
              <a:pathLst>
                <a:path h="281051" w="9754489">
                  <a:moveTo>
                    <a:pt x="889" y="0"/>
                  </a:moveTo>
                  <a:lnTo>
                    <a:pt x="9754489" y="243840"/>
                  </a:lnTo>
                  <a:lnTo>
                    <a:pt x="9753600" y="281051"/>
                  </a:lnTo>
                  <a:lnTo>
                    <a:pt x="0" y="3721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094987" y="5472427"/>
            <a:ext cx="1673857" cy="2405377"/>
            <a:chOff x="0" y="0"/>
            <a:chExt cx="2231809" cy="32071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02" y="8001"/>
              <a:ext cx="2225167" cy="3191129"/>
            </a:xfrm>
            <a:custGeom>
              <a:avLst/>
              <a:gdLst/>
              <a:ahLst/>
              <a:cxnLst/>
              <a:rect r="r" b="b" t="t" l="l"/>
              <a:pathLst>
                <a:path h="3191129" w="2225167">
                  <a:moveTo>
                    <a:pt x="30607" y="0"/>
                  </a:moveTo>
                  <a:lnTo>
                    <a:pt x="2225167" y="3169920"/>
                  </a:lnTo>
                  <a:lnTo>
                    <a:pt x="2194560" y="319112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58827" y="8581387"/>
            <a:ext cx="2954017" cy="759457"/>
            <a:chOff x="0" y="0"/>
            <a:chExt cx="3938689" cy="10126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4097" y="508"/>
              <a:ext cx="3910457" cy="1011555"/>
            </a:xfrm>
            <a:custGeom>
              <a:avLst/>
              <a:gdLst/>
              <a:ahLst/>
              <a:cxnLst/>
              <a:rect r="r" b="b" t="t" l="l"/>
              <a:pathLst>
                <a:path h="1011555" w="3910457">
                  <a:moveTo>
                    <a:pt x="9017" y="0"/>
                  </a:moveTo>
                  <a:lnTo>
                    <a:pt x="3910457" y="975360"/>
                  </a:lnTo>
                  <a:lnTo>
                    <a:pt x="3901440" y="101155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884907" y="8398507"/>
            <a:ext cx="2954017" cy="942337"/>
            <a:chOff x="0" y="0"/>
            <a:chExt cx="3938689" cy="12564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3081" y="889"/>
              <a:ext cx="3912489" cy="1254760"/>
            </a:xfrm>
            <a:custGeom>
              <a:avLst/>
              <a:gdLst/>
              <a:ahLst/>
              <a:cxnLst/>
              <a:rect r="r" b="b" t="t" l="l"/>
              <a:pathLst>
                <a:path h="1254760" w="3912489">
                  <a:moveTo>
                    <a:pt x="11049" y="0"/>
                  </a:moveTo>
                  <a:lnTo>
                    <a:pt x="3912489" y="1219200"/>
                  </a:lnTo>
                  <a:lnTo>
                    <a:pt x="3901440" y="1254760"/>
                  </a:lnTo>
                  <a:lnTo>
                    <a:pt x="0" y="35560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40615" y="609095"/>
            <a:ext cx="610619" cy="610619"/>
            <a:chOff x="0" y="0"/>
            <a:chExt cx="814159" cy="8141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992375" y="1249175"/>
            <a:ext cx="793499" cy="793499"/>
            <a:chOff x="0" y="0"/>
            <a:chExt cx="1057999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308343" y="444503"/>
            <a:ext cx="939803" cy="939803"/>
            <a:chOff x="0" y="0"/>
            <a:chExt cx="125307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27799" y="663959"/>
            <a:ext cx="500891" cy="500891"/>
            <a:chOff x="0" y="0"/>
            <a:chExt cx="667855" cy="6678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81895" y="1889255"/>
            <a:ext cx="610619" cy="610619"/>
            <a:chOff x="0" y="0"/>
            <a:chExt cx="814159" cy="8141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764007" y="682247"/>
            <a:ext cx="464315" cy="464315"/>
            <a:chOff x="0" y="0"/>
            <a:chExt cx="619087" cy="61908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848839" y="1852679"/>
            <a:ext cx="683771" cy="683771"/>
            <a:chOff x="0" y="0"/>
            <a:chExt cx="911695" cy="9116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748791" y="5126231"/>
            <a:ext cx="720347" cy="720347"/>
            <a:chOff x="0" y="0"/>
            <a:chExt cx="960463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913383" y="5290823"/>
            <a:ext cx="391163" cy="391163"/>
            <a:chOff x="0" y="0"/>
            <a:chExt cx="521551" cy="5215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717287" y="3242567"/>
            <a:ext cx="830075" cy="830075"/>
            <a:chOff x="0" y="0"/>
            <a:chExt cx="1106767" cy="110676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021575" y="4815335"/>
            <a:ext cx="976379" cy="976379"/>
            <a:chOff x="0" y="0"/>
            <a:chExt cx="1301839" cy="13018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41031" y="5034791"/>
            <a:ext cx="537467" cy="537467"/>
            <a:chOff x="0" y="0"/>
            <a:chExt cx="716623" cy="7166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715751" y="5766311"/>
            <a:ext cx="537467" cy="537467"/>
            <a:chOff x="0" y="0"/>
            <a:chExt cx="716623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483079" y="4778759"/>
            <a:ext cx="683771" cy="683771"/>
            <a:chOff x="0" y="0"/>
            <a:chExt cx="911695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504439" y="7613399"/>
            <a:ext cx="500891" cy="500891"/>
            <a:chOff x="0" y="0"/>
            <a:chExt cx="667855" cy="66785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630919" y="8253479"/>
            <a:ext cx="683771" cy="683771"/>
            <a:chOff x="0" y="0"/>
            <a:chExt cx="911695" cy="91169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648439" y="9076439"/>
            <a:ext cx="500891" cy="500891"/>
            <a:chOff x="0" y="0"/>
            <a:chExt cx="667855" cy="6678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46503" y="8034023"/>
            <a:ext cx="756923" cy="756923"/>
            <a:chOff x="0" y="0"/>
            <a:chExt cx="1009231" cy="10092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6611095" y="8198615"/>
            <a:ext cx="427739" cy="427739"/>
            <a:chOff x="0" y="0"/>
            <a:chExt cx="570319" cy="5703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-12697" y="3736343"/>
            <a:ext cx="12132059" cy="3683003"/>
            <a:chOff x="0" y="0"/>
            <a:chExt cx="16176079" cy="49106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6142208" cy="4876800"/>
            </a:xfrm>
            <a:custGeom>
              <a:avLst/>
              <a:gdLst/>
              <a:ahLst/>
              <a:cxnLst/>
              <a:rect r="r" b="b" t="t" l="l"/>
              <a:pathLst>
                <a:path h="4876800" w="16142208">
                  <a:moveTo>
                    <a:pt x="0" y="0"/>
                  </a:moveTo>
                  <a:lnTo>
                    <a:pt x="16142208" y="0"/>
                  </a:lnTo>
                  <a:lnTo>
                    <a:pt x="1614220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2D1800">
                <a:alpha val="14118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175989" cy="4910582"/>
            </a:xfrm>
            <a:custGeom>
              <a:avLst/>
              <a:gdLst/>
              <a:ahLst/>
              <a:cxnLst/>
              <a:rect r="r" b="b" t="t" l="l"/>
              <a:pathLst>
                <a:path h="4910582" w="16175989">
                  <a:moveTo>
                    <a:pt x="16891" y="0"/>
                  </a:moveTo>
                  <a:lnTo>
                    <a:pt x="16159099" y="0"/>
                  </a:lnTo>
                  <a:cubicBezTo>
                    <a:pt x="16168497" y="0"/>
                    <a:pt x="16175989" y="7620"/>
                    <a:pt x="16175989" y="16891"/>
                  </a:cubicBezTo>
                  <a:lnTo>
                    <a:pt x="16175989" y="4893691"/>
                  </a:lnTo>
                  <a:cubicBezTo>
                    <a:pt x="16175989" y="4903089"/>
                    <a:pt x="16168370" y="4910582"/>
                    <a:pt x="16159099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6159099" y="4876800"/>
                  </a:lnTo>
                  <a:lnTo>
                    <a:pt x="16159099" y="4893691"/>
                  </a:lnTo>
                  <a:lnTo>
                    <a:pt x="16142208" y="4893691"/>
                  </a:lnTo>
                  <a:lnTo>
                    <a:pt x="16142208" y="16891"/>
                  </a:lnTo>
                  <a:lnTo>
                    <a:pt x="16159099" y="16891"/>
                  </a:lnTo>
                  <a:lnTo>
                    <a:pt x="16159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800">
                <a:alpha val="14118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74315" y="188471"/>
            <a:ext cx="10058400" cy="475488"/>
            <a:chOff x="0" y="0"/>
            <a:chExt cx="1341120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411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183" r="0" b="-36218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3411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4A2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PROJECT PRESENTATION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77824" y="1316736"/>
            <a:ext cx="10058400" cy="4663440"/>
            <a:chOff x="0" y="0"/>
            <a:chExt cx="13411200" cy="62179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217920"/>
                  </a:lnTo>
                  <a:lnTo>
                    <a:pt x="0" y="621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86" t="0" r="-9486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13411200" cy="6217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Emotion</a:t>
              </a:r>
            </a:p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Evolution</a:t>
              </a:r>
            </a:p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 Stories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77824" y="6181344"/>
            <a:ext cx="10058400" cy="768096"/>
            <a:chOff x="0" y="0"/>
            <a:chExt cx="13411200" cy="102412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411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3411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F0E8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Unified Narrative Emotion Analysis Platform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65127" y="7211063"/>
            <a:ext cx="2914907" cy="720347"/>
            <a:chOff x="0" y="0"/>
            <a:chExt cx="3886543" cy="96046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77824" y="7223760"/>
            <a:ext cx="2889504" cy="694944"/>
            <a:chOff x="0" y="0"/>
            <a:chExt cx="3852672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NLP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010663" y="7211063"/>
            <a:ext cx="2914907" cy="720347"/>
            <a:chOff x="0" y="0"/>
            <a:chExt cx="3886543" cy="96046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4023360" y="7223760"/>
            <a:ext cx="2889504" cy="694944"/>
            <a:chOff x="0" y="0"/>
            <a:chExt cx="3852672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56199" y="7211063"/>
            <a:ext cx="2914907" cy="720347"/>
            <a:chOff x="0" y="0"/>
            <a:chExt cx="3886543" cy="96046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168896" y="7223760"/>
            <a:ext cx="2889504" cy="694944"/>
            <a:chOff x="0" y="0"/>
            <a:chExt cx="3852672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VADER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65127" y="8125463"/>
            <a:ext cx="2914907" cy="720347"/>
            <a:chOff x="0" y="0"/>
            <a:chExt cx="3886543" cy="96046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877824" y="8138160"/>
            <a:ext cx="2889504" cy="694944"/>
            <a:chOff x="0" y="0"/>
            <a:chExt cx="3852672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010663" y="8125463"/>
            <a:ext cx="2914907" cy="720347"/>
            <a:chOff x="0" y="0"/>
            <a:chExt cx="3886543" cy="96046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4023360" y="8138160"/>
            <a:ext cx="2889504" cy="694944"/>
            <a:chOff x="0" y="0"/>
            <a:chExt cx="3852672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156199" y="8125463"/>
            <a:ext cx="2914907" cy="720347"/>
            <a:chOff x="0" y="0"/>
            <a:chExt cx="3886543" cy="96046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243840"/>
                  </a:moveTo>
                  <a:cubicBezTo>
                    <a:pt x="0" y="109220"/>
                    <a:pt x="112141" y="0"/>
                    <a:pt x="250571" y="0"/>
                  </a:cubicBezTo>
                  <a:lnTo>
                    <a:pt x="3602101" y="0"/>
                  </a:lnTo>
                  <a:cubicBezTo>
                    <a:pt x="3740531" y="0"/>
                    <a:pt x="3852672" y="109220"/>
                    <a:pt x="3852672" y="243840"/>
                  </a:cubicBezTo>
                  <a:lnTo>
                    <a:pt x="3852672" y="682752"/>
                  </a:lnTo>
                  <a:cubicBezTo>
                    <a:pt x="3852672" y="817372"/>
                    <a:pt x="3740531" y="926592"/>
                    <a:pt x="3602101" y="926592"/>
                  </a:cubicBezTo>
                  <a:lnTo>
                    <a:pt x="250571" y="926592"/>
                  </a:lnTo>
                  <a:cubicBezTo>
                    <a:pt x="112141" y="926592"/>
                    <a:pt x="0" y="817372"/>
                    <a:pt x="0" y="682752"/>
                  </a:cubicBezTo>
                  <a:close/>
                </a:path>
              </a:pathLst>
            </a:custGeom>
            <a:solidFill>
              <a:srgbClr val="4A2800">
                <a:alpha val="12157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886454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454">
                  <a:moveTo>
                    <a:pt x="0" y="260731"/>
                  </a:moveTo>
                  <a:cubicBezTo>
                    <a:pt x="0" y="116332"/>
                    <a:pt x="120142" y="0"/>
                    <a:pt x="267462" y="0"/>
                  </a:cubicBezTo>
                  <a:lnTo>
                    <a:pt x="3618992" y="0"/>
                  </a:lnTo>
                  <a:lnTo>
                    <a:pt x="3618992" y="16891"/>
                  </a:lnTo>
                  <a:lnTo>
                    <a:pt x="3618992" y="0"/>
                  </a:lnTo>
                  <a:cubicBezTo>
                    <a:pt x="3766312" y="0"/>
                    <a:pt x="3886454" y="116332"/>
                    <a:pt x="3886454" y="260731"/>
                  </a:cubicBezTo>
                  <a:lnTo>
                    <a:pt x="3886454" y="699643"/>
                  </a:lnTo>
                  <a:lnTo>
                    <a:pt x="3869563" y="699643"/>
                  </a:lnTo>
                  <a:lnTo>
                    <a:pt x="3886454" y="699643"/>
                  </a:lnTo>
                  <a:cubicBezTo>
                    <a:pt x="3886454" y="844042"/>
                    <a:pt x="3766312" y="960374"/>
                    <a:pt x="3618992" y="960374"/>
                  </a:cubicBezTo>
                  <a:lnTo>
                    <a:pt x="3618992" y="943483"/>
                  </a:lnTo>
                  <a:lnTo>
                    <a:pt x="3618992" y="960374"/>
                  </a:lnTo>
                  <a:lnTo>
                    <a:pt x="267462" y="960374"/>
                  </a:lnTo>
                  <a:lnTo>
                    <a:pt x="267462" y="943483"/>
                  </a:lnTo>
                  <a:lnTo>
                    <a:pt x="267462" y="960374"/>
                  </a:lnTo>
                  <a:cubicBezTo>
                    <a:pt x="120142" y="960501"/>
                    <a:pt x="0" y="844169"/>
                    <a:pt x="0" y="699643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824484"/>
                    <a:pt x="138049" y="926592"/>
                    <a:pt x="267589" y="926592"/>
                  </a:cubicBezTo>
                  <a:lnTo>
                    <a:pt x="3619119" y="926592"/>
                  </a:lnTo>
                  <a:cubicBezTo>
                    <a:pt x="3748532" y="926592"/>
                    <a:pt x="3852799" y="824611"/>
                    <a:pt x="3852799" y="699643"/>
                  </a:cubicBezTo>
                  <a:lnTo>
                    <a:pt x="3852799" y="260731"/>
                  </a:lnTo>
                  <a:lnTo>
                    <a:pt x="3869690" y="260731"/>
                  </a:lnTo>
                  <a:lnTo>
                    <a:pt x="3852799" y="260731"/>
                  </a:lnTo>
                  <a:cubicBezTo>
                    <a:pt x="3852799" y="135890"/>
                    <a:pt x="3748659" y="33782"/>
                    <a:pt x="3619119" y="33782"/>
                  </a:cubicBezTo>
                  <a:lnTo>
                    <a:pt x="267462" y="33782"/>
                  </a:lnTo>
                  <a:lnTo>
                    <a:pt x="267462" y="16891"/>
                  </a:lnTo>
                  <a:lnTo>
                    <a:pt x="267462" y="33909"/>
                  </a:lnTo>
                  <a:cubicBezTo>
                    <a:pt x="138049" y="33909"/>
                    <a:pt x="33782" y="135890"/>
                    <a:pt x="33782" y="260858"/>
                  </a:cubicBezTo>
                  <a:close/>
                </a:path>
              </a:pathLst>
            </a:custGeom>
            <a:solidFill>
              <a:srgbClr val="7A4818">
                <a:alpha val="33333"/>
              </a:srgbClr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7168896" y="8138160"/>
            <a:ext cx="2889504" cy="694944"/>
            <a:chOff x="0" y="0"/>
            <a:chExt cx="3852672" cy="92659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6" r="0" b="-3101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8526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865127" y="9460487"/>
            <a:ext cx="10083803" cy="80267"/>
            <a:chOff x="0" y="0"/>
            <a:chExt cx="13445071" cy="10702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3411199" cy="73152"/>
            </a:xfrm>
            <a:custGeom>
              <a:avLst/>
              <a:gdLst/>
              <a:ahLst/>
              <a:cxnLst/>
              <a:rect r="r" b="b" t="t" l="l"/>
              <a:pathLst>
                <a:path h="73152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89030">
                <a:alpha val="20000"/>
              </a:srgbClr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3444982" cy="106936"/>
            </a:xfrm>
            <a:custGeom>
              <a:avLst/>
              <a:gdLst/>
              <a:ahLst/>
              <a:cxnLst/>
              <a:rect r="r" b="b" t="t" l="l"/>
              <a:pathLst>
                <a:path h="106936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0043"/>
                  </a:lnTo>
                  <a:cubicBezTo>
                    <a:pt x="13444982" y="99441"/>
                    <a:pt x="13437363" y="106934"/>
                    <a:pt x="134280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3428090" y="73152"/>
                  </a:lnTo>
                  <a:lnTo>
                    <a:pt x="13428090" y="90043"/>
                  </a:lnTo>
                  <a:lnTo>
                    <a:pt x="13411200" y="90043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9030">
                <a:alpha val="20000"/>
              </a:srgbClr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877824" y="9582912"/>
            <a:ext cx="10058400" cy="475488"/>
            <a:chOff x="0" y="0"/>
            <a:chExt cx="13411200" cy="63398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3411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183" r="0" b="-36218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3411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Raahul Narayana Reddy Kummitha                Saanvi Joginipally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203687" y="-12697"/>
            <a:ext cx="6097019" cy="10312403"/>
            <a:chOff x="0" y="0"/>
            <a:chExt cx="8129359" cy="1374987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80954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095488">
                  <a:moveTo>
                    <a:pt x="0" y="0"/>
                  </a:moveTo>
                  <a:lnTo>
                    <a:pt x="8095488" y="0"/>
                  </a:lnTo>
                  <a:lnTo>
                    <a:pt x="80954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D1C00">
                <a:alpha val="72157"/>
              </a:srgbClr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1292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129270">
                  <a:moveTo>
                    <a:pt x="16891" y="0"/>
                  </a:moveTo>
                  <a:lnTo>
                    <a:pt x="8112379" y="0"/>
                  </a:lnTo>
                  <a:cubicBezTo>
                    <a:pt x="8121777" y="0"/>
                    <a:pt x="8129270" y="7620"/>
                    <a:pt x="8129270" y="16891"/>
                  </a:cubicBezTo>
                  <a:lnTo>
                    <a:pt x="8129270" y="13732890"/>
                  </a:lnTo>
                  <a:cubicBezTo>
                    <a:pt x="8129270" y="13742290"/>
                    <a:pt x="8121650" y="13749782"/>
                    <a:pt x="81123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112379" y="13716000"/>
                  </a:lnTo>
                  <a:lnTo>
                    <a:pt x="8112379" y="13732890"/>
                  </a:lnTo>
                  <a:lnTo>
                    <a:pt x="8095488" y="13732890"/>
                  </a:lnTo>
                  <a:lnTo>
                    <a:pt x="8095488" y="16891"/>
                  </a:lnTo>
                  <a:lnTo>
                    <a:pt x="8112379" y="16891"/>
                  </a:lnTo>
                  <a:lnTo>
                    <a:pt x="8112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1C00">
                <a:alpha val="72157"/>
              </a:srgbClr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399264" y="585216"/>
            <a:ext cx="5669280" cy="438912"/>
            <a:chOff x="0" y="0"/>
            <a:chExt cx="7559040" cy="5852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559040" cy="585216"/>
            </a:xfrm>
            <a:custGeom>
              <a:avLst/>
              <a:gdLst/>
              <a:ahLst/>
              <a:cxnLst/>
              <a:rect r="r" b="b" t="t" l="l"/>
              <a:pathLst>
                <a:path h="5852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81" r="0" b="-20168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75590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400">
                  <a:solidFill>
                    <a:srgbClr val="C890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 ARC PREVIEW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386567" y="5290823"/>
            <a:ext cx="5420363" cy="71123"/>
            <a:chOff x="0" y="0"/>
            <a:chExt cx="7227151" cy="9483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7193281" cy="60960"/>
            </a:xfrm>
            <a:custGeom>
              <a:avLst/>
              <a:gdLst/>
              <a:ahLst/>
              <a:cxnLst/>
              <a:rect r="r" b="b" t="t" l="l"/>
              <a:pathLst>
                <a:path h="6096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B87820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227062" cy="94744"/>
            </a:xfrm>
            <a:custGeom>
              <a:avLst/>
              <a:gdLst/>
              <a:ahLst/>
              <a:cxnLst/>
              <a:rect r="r" b="b" t="t" l="l"/>
              <a:pathLst>
                <a:path h="9474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77851"/>
                  </a:lnTo>
                  <a:cubicBezTo>
                    <a:pt x="7227062" y="87249"/>
                    <a:pt x="7219442" y="94742"/>
                    <a:pt x="72101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7210172" y="60960"/>
                  </a:lnTo>
                  <a:lnTo>
                    <a:pt x="7210172" y="77851"/>
                  </a:lnTo>
                  <a:lnTo>
                    <a:pt x="7193280" y="7785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782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423143" y="5290823"/>
            <a:ext cx="240287" cy="628907"/>
            <a:chOff x="0" y="0"/>
            <a:chExt cx="320383" cy="83854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286512" cy="804672"/>
            </a:xfrm>
            <a:custGeom>
              <a:avLst/>
              <a:gdLst/>
              <a:ahLst/>
              <a:cxnLst/>
              <a:rect r="r" b="b" t="t" l="l"/>
              <a:pathLst>
                <a:path h="804672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20294" cy="838456"/>
            </a:xfrm>
            <a:custGeom>
              <a:avLst/>
              <a:gdLst/>
              <a:ahLst/>
              <a:cxnLst/>
              <a:rect r="r" b="b" t="t" l="l"/>
              <a:pathLst>
                <a:path h="838456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821563"/>
                  </a:lnTo>
                  <a:cubicBezTo>
                    <a:pt x="320294" y="830961"/>
                    <a:pt x="312674" y="838454"/>
                    <a:pt x="303403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303403" y="804672"/>
                  </a:lnTo>
                  <a:lnTo>
                    <a:pt x="303403" y="821563"/>
                  </a:lnTo>
                  <a:lnTo>
                    <a:pt x="286512" y="821563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692891" y="4787903"/>
            <a:ext cx="240287" cy="528323"/>
            <a:chOff x="0" y="0"/>
            <a:chExt cx="320383" cy="70443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286512" cy="670560"/>
            </a:xfrm>
            <a:custGeom>
              <a:avLst/>
              <a:gdLst/>
              <a:ahLst/>
              <a:cxnLst/>
              <a:rect r="r" b="b" t="t" l="l"/>
              <a:pathLst>
                <a:path h="670560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20294" cy="704344"/>
            </a:xfrm>
            <a:custGeom>
              <a:avLst/>
              <a:gdLst/>
              <a:ahLst/>
              <a:cxnLst/>
              <a:rect r="r" b="b" t="t" l="l"/>
              <a:pathLst>
                <a:path h="704344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687451"/>
                  </a:lnTo>
                  <a:cubicBezTo>
                    <a:pt x="320294" y="696849"/>
                    <a:pt x="312674" y="704342"/>
                    <a:pt x="303403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3403" y="670560"/>
                  </a:lnTo>
                  <a:lnTo>
                    <a:pt x="303403" y="687451"/>
                  </a:lnTo>
                  <a:lnTo>
                    <a:pt x="286512" y="687451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962639" y="4083815"/>
            <a:ext cx="240287" cy="1232411"/>
            <a:chOff x="0" y="0"/>
            <a:chExt cx="320383" cy="1643215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286512" cy="1609344"/>
            </a:xfrm>
            <a:custGeom>
              <a:avLst/>
              <a:gdLst/>
              <a:ahLst/>
              <a:cxnLst/>
              <a:rect r="r" b="b" t="t" l="l"/>
              <a:pathLst>
                <a:path h="1609344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20294" cy="1643126"/>
            </a:xfrm>
            <a:custGeom>
              <a:avLst/>
              <a:gdLst/>
              <a:ahLst/>
              <a:cxnLst/>
              <a:rect r="r" b="b" t="t" l="l"/>
              <a:pathLst>
                <a:path h="1643126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626235"/>
                  </a:lnTo>
                  <a:cubicBezTo>
                    <a:pt x="320294" y="1635633"/>
                    <a:pt x="312674" y="1643126"/>
                    <a:pt x="303403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303403" y="1609344"/>
                  </a:lnTo>
                  <a:lnTo>
                    <a:pt x="303403" y="1626235"/>
                  </a:lnTo>
                  <a:lnTo>
                    <a:pt x="286512" y="1626235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232387" y="4385567"/>
            <a:ext cx="240287" cy="930659"/>
            <a:chOff x="0" y="0"/>
            <a:chExt cx="320383" cy="1240879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286512" cy="1207008"/>
            </a:xfrm>
            <a:custGeom>
              <a:avLst/>
              <a:gdLst/>
              <a:ahLst/>
              <a:cxnLst/>
              <a:rect r="r" b="b" t="t" l="l"/>
              <a:pathLst>
                <a:path h="1207008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207008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20294" cy="1240792"/>
            </a:xfrm>
            <a:custGeom>
              <a:avLst/>
              <a:gdLst/>
              <a:ahLst/>
              <a:cxnLst/>
              <a:rect r="r" b="b" t="t" l="l"/>
              <a:pathLst>
                <a:path h="1240792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223899"/>
                  </a:lnTo>
                  <a:cubicBezTo>
                    <a:pt x="320294" y="1233297"/>
                    <a:pt x="312674" y="1240790"/>
                    <a:pt x="303403" y="1240790"/>
                  </a:cubicBezTo>
                  <a:lnTo>
                    <a:pt x="16891" y="1240790"/>
                  </a:lnTo>
                  <a:cubicBezTo>
                    <a:pt x="7620" y="1240917"/>
                    <a:pt x="0" y="1233297"/>
                    <a:pt x="0" y="12238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23899"/>
                  </a:lnTo>
                  <a:lnTo>
                    <a:pt x="16891" y="1223899"/>
                  </a:lnTo>
                  <a:lnTo>
                    <a:pt x="16891" y="1207008"/>
                  </a:lnTo>
                  <a:lnTo>
                    <a:pt x="303403" y="1207008"/>
                  </a:lnTo>
                  <a:lnTo>
                    <a:pt x="303403" y="1223899"/>
                  </a:lnTo>
                  <a:lnTo>
                    <a:pt x="286512" y="1223899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502135" y="5290823"/>
            <a:ext cx="240287" cy="327155"/>
            <a:chOff x="0" y="0"/>
            <a:chExt cx="320383" cy="43620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86512" cy="402336"/>
            </a:xfrm>
            <a:custGeom>
              <a:avLst/>
              <a:gdLst/>
              <a:ahLst/>
              <a:cxnLst/>
              <a:rect r="r" b="b" t="t" l="l"/>
              <a:pathLst>
                <a:path h="402336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20294" cy="436120"/>
            </a:xfrm>
            <a:custGeom>
              <a:avLst/>
              <a:gdLst/>
              <a:ahLst/>
              <a:cxnLst/>
              <a:rect r="r" b="b" t="t" l="l"/>
              <a:pathLst>
                <a:path h="436120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419227"/>
                  </a:lnTo>
                  <a:cubicBezTo>
                    <a:pt x="320294" y="428625"/>
                    <a:pt x="312674" y="436118"/>
                    <a:pt x="303403" y="436118"/>
                  </a:cubicBezTo>
                  <a:lnTo>
                    <a:pt x="16891" y="436118"/>
                  </a:lnTo>
                  <a:cubicBezTo>
                    <a:pt x="7620" y="436245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303403" y="402336"/>
                  </a:lnTo>
                  <a:lnTo>
                    <a:pt x="303403" y="419227"/>
                  </a:lnTo>
                  <a:lnTo>
                    <a:pt x="286512" y="419227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771883" y="5290823"/>
            <a:ext cx="240287" cy="1131827"/>
            <a:chOff x="0" y="0"/>
            <a:chExt cx="320383" cy="150910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286512" cy="1475232"/>
            </a:xfrm>
            <a:custGeom>
              <a:avLst/>
              <a:gdLst/>
              <a:ahLst/>
              <a:cxnLst/>
              <a:rect r="r" b="b" t="t" l="l"/>
              <a:pathLst>
                <a:path h="1475232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475232"/>
                  </a:lnTo>
                  <a:lnTo>
                    <a:pt x="0" y="1475232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20294" cy="1509014"/>
            </a:xfrm>
            <a:custGeom>
              <a:avLst/>
              <a:gdLst/>
              <a:ahLst/>
              <a:cxnLst/>
              <a:rect r="r" b="b" t="t" l="l"/>
              <a:pathLst>
                <a:path h="1509014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492123"/>
                  </a:lnTo>
                  <a:cubicBezTo>
                    <a:pt x="320294" y="1501521"/>
                    <a:pt x="312674" y="1509014"/>
                    <a:pt x="303403" y="1509014"/>
                  </a:cubicBezTo>
                  <a:lnTo>
                    <a:pt x="16891" y="1509014"/>
                  </a:lnTo>
                  <a:cubicBezTo>
                    <a:pt x="7493" y="1509014"/>
                    <a:pt x="0" y="1501394"/>
                    <a:pt x="0" y="14921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92123"/>
                  </a:lnTo>
                  <a:lnTo>
                    <a:pt x="16891" y="1492123"/>
                  </a:lnTo>
                  <a:lnTo>
                    <a:pt x="16891" y="1475232"/>
                  </a:lnTo>
                  <a:lnTo>
                    <a:pt x="303403" y="1475232"/>
                  </a:lnTo>
                  <a:lnTo>
                    <a:pt x="303403" y="1492123"/>
                  </a:lnTo>
                  <a:lnTo>
                    <a:pt x="286512" y="1492123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4041631" y="5290823"/>
            <a:ext cx="240287" cy="1473813"/>
            <a:chOff x="0" y="0"/>
            <a:chExt cx="320383" cy="196508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286512" cy="1931289"/>
            </a:xfrm>
            <a:custGeom>
              <a:avLst/>
              <a:gdLst/>
              <a:ahLst/>
              <a:cxnLst/>
              <a:rect r="r" b="b" t="t" l="l"/>
              <a:pathLst>
                <a:path h="1931289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931289"/>
                  </a:lnTo>
                  <a:lnTo>
                    <a:pt x="0" y="193128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20294" cy="1965071"/>
            </a:xfrm>
            <a:custGeom>
              <a:avLst/>
              <a:gdLst/>
              <a:ahLst/>
              <a:cxnLst/>
              <a:rect r="r" b="b" t="t" l="l"/>
              <a:pathLst>
                <a:path h="1965071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948180"/>
                  </a:lnTo>
                  <a:cubicBezTo>
                    <a:pt x="320294" y="1957578"/>
                    <a:pt x="312674" y="1965071"/>
                    <a:pt x="303403" y="1965071"/>
                  </a:cubicBezTo>
                  <a:lnTo>
                    <a:pt x="16891" y="1965071"/>
                  </a:lnTo>
                  <a:cubicBezTo>
                    <a:pt x="7493" y="1965071"/>
                    <a:pt x="0" y="1957451"/>
                    <a:pt x="0" y="194818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48180"/>
                  </a:lnTo>
                  <a:lnTo>
                    <a:pt x="16891" y="1948180"/>
                  </a:lnTo>
                  <a:lnTo>
                    <a:pt x="16891" y="1931289"/>
                  </a:lnTo>
                  <a:lnTo>
                    <a:pt x="303403" y="1931289"/>
                  </a:lnTo>
                  <a:lnTo>
                    <a:pt x="303403" y="1948180"/>
                  </a:lnTo>
                  <a:lnTo>
                    <a:pt x="286512" y="1948180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4311379" y="5290823"/>
            <a:ext cx="240287" cy="830075"/>
            <a:chOff x="0" y="0"/>
            <a:chExt cx="320383" cy="110676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2865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20294" cy="1106680"/>
            </a:xfrm>
            <a:custGeom>
              <a:avLst/>
              <a:gdLst/>
              <a:ahLst/>
              <a:cxnLst/>
              <a:rect r="r" b="b" t="t" l="l"/>
              <a:pathLst>
                <a:path h="1106680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089787"/>
                  </a:lnTo>
                  <a:cubicBezTo>
                    <a:pt x="320294" y="1099185"/>
                    <a:pt x="312674" y="1106678"/>
                    <a:pt x="303403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303403" y="1072896"/>
                  </a:lnTo>
                  <a:lnTo>
                    <a:pt x="303403" y="1089787"/>
                  </a:lnTo>
                  <a:lnTo>
                    <a:pt x="286512" y="1089787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581127" y="5089655"/>
            <a:ext cx="240287" cy="226571"/>
            <a:chOff x="0" y="0"/>
            <a:chExt cx="320383" cy="302095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286512" cy="268224"/>
            </a:xfrm>
            <a:custGeom>
              <a:avLst/>
              <a:gdLst/>
              <a:ahLst/>
              <a:cxnLst/>
              <a:rect r="r" b="b" t="t" l="l"/>
              <a:pathLst>
                <a:path h="268224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268224"/>
                  </a:lnTo>
                  <a:lnTo>
                    <a:pt x="0" y="268224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20294" cy="302008"/>
            </a:xfrm>
            <a:custGeom>
              <a:avLst/>
              <a:gdLst/>
              <a:ahLst/>
              <a:cxnLst/>
              <a:rect r="r" b="b" t="t" l="l"/>
              <a:pathLst>
                <a:path h="302008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285115"/>
                  </a:lnTo>
                  <a:cubicBezTo>
                    <a:pt x="320294" y="294513"/>
                    <a:pt x="312674" y="302006"/>
                    <a:pt x="303403" y="302006"/>
                  </a:cubicBezTo>
                  <a:lnTo>
                    <a:pt x="16891" y="302006"/>
                  </a:lnTo>
                  <a:cubicBezTo>
                    <a:pt x="7620" y="302133"/>
                    <a:pt x="0" y="294513"/>
                    <a:pt x="0" y="285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16891" y="268224"/>
                  </a:lnTo>
                  <a:lnTo>
                    <a:pt x="303403" y="268224"/>
                  </a:lnTo>
                  <a:lnTo>
                    <a:pt x="303403" y="285115"/>
                  </a:lnTo>
                  <a:lnTo>
                    <a:pt x="286512" y="285115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4850875" y="4284983"/>
            <a:ext cx="240287" cy="1031243"/>
            <a:chOff x="0" y="0"/>
            <a:chExt cx="320383" cy="137499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28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20294" cy="1374902"/>
            </a:xfrm>
            <a:custGeom>
              <a:avLst/>
              <a:gdLst/>
              <a:ahLst/>
              <a:cxnLst/>
              <a:rect r="r" b="b" t="t" l="l"/>
              <a:pathLst>
                <a:path h="1374902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358011"/>
                  </a:lnTo>
                  <a:cubicBezTo>
                    <a:pt x="320294" y="1367409"/>
                    <a:pt x="312674" y="1374902"/>
                    <a:pt x="303403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303403" y="1341120"/>
                  </a:lnTo>
                  <a:lnTo>
                    <a:pt x="303403" y="1358011"/>
                  </a:lnTo>
                  <a:lnTo>
                    <a:pt x="286512" y="1358011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5120623" y="3641246"/>
            <a:ext cx="240287" cy="1674981"/>
            <a:chOff x="0" y="0"/>
            <a:chExt cx="320383" cy="223330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286512" cy="2199513"/>
            </a:xfrm>
            <a:custGeom>
              <a:avLst/>
              <a:gdLst/>
              <a:ahLst/>
              <a:cxnLst/>
              <a:rect r="r" b="b" t="t" l="l"/>
              <a:pathLst>
                <a:path h="2199513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2199513"/>
                  </a:lnTo>
                  <a:lnTo>
                    <a:pt x="0" y="2199513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320294" cy="2233295"/>
            </a:xfrm>
            <a:custGeom>
              <a:avLst/>
              <a:gdLst/>
              <a:ahLst/>
              <a:cxnLst/>
              <a:rect r="r" b="b" t="t" l="l"/>
              <a:pathLst>
                <a:path h="2233295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2216404"/>
                  </a:lnTo>
                  <a:cubicBezTo>
                    <a:pt x="320294" y="2225802"/>
                    <a:pt x="312674" y="2233295"/>
                    <a:pt x="303403" y="2233295"/>
                  </a:cubicBezTo>
                  <a:lnTo>
                    <a:pt x="16891" y="2233295"/>
                  </a:lnTo>
                  <a:cubicBezTo>
                    <a:pt x="7493" y="2233295"/>
                    <a:pt x="0" y="2225675"/>
                    <a:pt x="0" y="221640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6404"/>
                  </a:lnTo>
                  <a:lnTo>
                    <a:pt x="16891" y="2216404"/>
                  </a:lnTo>
                  <a:lnTo>
                    <a:pt x="16891" y="2199513"/>
                  </a:lnTo>
                  <a:lnTo>
                    <a:pt x="303403" y="2199513"/>
                  </a:lnTo>
                  <a:lnTo>
                    <a:pt x="303403" y="2216404"/>
                  </a:lnTo>
                  <a:lnTo>
                    <a:pt x="286512" y="2216404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5390371" y="4003348"/>
            <a:ext cx="240287" cy="1312878"/>
            <a:chOff x="0" y="0"/>
            <a:chExt cx="320383" cy="175050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286512" cy="1716659"/>
            </a:xfrm>
            <a:custGeom>
              <a:avLst/>
              <a:gdLst/>
              <a:ahLst/>
              <a:cxnLst/>
              <a:rect r="r" b="b" t="t" l="l"/>
              <a:pathLst>
                <a:path h="1716659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716659"/>
                  </a:lnTo>
                  <a:lnTo>
                    <a:pt x="0" y="171665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20294" cy="1750441"/>
            </a:xfrm>
            <a:custGeom>
              <a:avLst/>
              <a:gdLst/>
              <a:ahLst/>
              <a:cxnLst/>
              <a:rect r="r" b="b" t="t" l="l"/>
              <a:pathLst>
                <a:path h="1750441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733550"/>
                  </a:lnTo>
                  <a:cubicBezTo>
                    <a:pt x="320294" y="1742948"/>
                    <a:pt x="312674" y="1750441"/>
                    <a:pt x="303403" y="1750441"/>
                  </a:cubicBezTo>
                  <a:lnTo>
                    <a:pt x="16891" y="1750441"/>
                  </a:lnTo>
                  <a:cubicBezTo>
                    <a:pt x="7493" y="1750441"/>
                    <a:pt x="0" y="1742821"/>
                    <a:pt x="0" y="173355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33550"/>
                  </a:lnTo>
                  <a:lnTo>
                    <a:pt x="16891" y="1733550"/>
                  </a:lnTo>
                  <a:lnTo>
                    <a:pt x="16891" y="1716659"/>
                  </a:lnTo>
                  <a:lnTo>
                    <a:pt x="303403" y="1716659"/>
                  </a:lnTo>
                  <a:lnTo>
                    <a:pt x="303403" y="1733550"/>
                  </a:lnTo>
                  <a:lnTo>
                    <a:pt x="286512" y="1733550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5660119" y="4586735"/>
            <a:ext cx="240287" cy="729491"/>
            <a:chOff x="0" y="0"/>
            <a:chExt cx="320383" cy="97265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286512" cy="938784"/>
            </a:xfrm>
            <a:custGeom>
              <a:avLst/>
              <a:gdLst/>
              <a:ahLst/>
              <a:cxnLst/>
              <a:rect r="r" b="b" t="t" l="l"/>
              <a:pathLst>
                <a:path h="938784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938784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20294" cy="972568"/>
            </a:xfrm>
            <a:custGeom>
              <a:avLst/>
              <a:gdLst/>
              <a:ahLst/>
              <a:cxnLst/>
              <a:rect r="r" b="b" t="t" l="l"/>
              <a:pathLst>
                <a:path h="972568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955675"/>
                  </a:lnTo>
                  <a:cubicBezTo>
                    <a:pt x="320294" y="965073"/>
                    <a:pt x="312674" y="972566"/>
                    <a:pt x="303403" y="972566"/>
                  </a:cubicBezTo>
                  <a:lnTo>
                    <a:pt x="16891" y="972566"/>
                  </a:lnTo>
                  <a:cubicBezTo>
                    <a:pt x="7620" y="972693"/>
                    <a:pt x="0" y="965073"/>
                    <a:pt x="0" y="9556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5675"/>
                  </a:lnTo>
                  <a:lnTo>
                    <a:pt x="16891" y="955675"/>
                  </a:lnTo>
                  <a:lnTo>
                    <a:pt x="16891" y="938784"/>
                  </a:lnTo>
                  <a:lnTo>
                    <a:pt x="303403" y="938784"/>
                  </a:lnTo>
                  <a:lnTo>
                    <a:pt x="303403" y="955675"/>
                  </a:lnTo>
                  <a:lnTo>
                    <a:pt x="286512" y="955675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5929867" y="5290823"/>
            <a:ext cx="240287" cy="427739"/>
            <a:chOff x="0" y="0"/>
            <a:chExt cx="320383" cy="570319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286512" cy="536448"/>
            </a:xfrm>
            <a:custGeom>
              <a:avLst/>
              <a:gdLst/>
              <a:ahLst/>
              <a:cxnLst/>
              <a:rect r="r" b="b" t="t" l="l"/>
              <a:pathLst>
                <a:path h="536448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20294" cy="570232"/>
            </a:xfrm>
            <a:custGeom>
              <a:avLst/>
              <a:gdLst/>
              <a:ahLst/>
              <a:cxnLst/>
              <a:rect r="r" b="b" t="t" l="l"/>
              <a:pathLst>
                <a:path h="570232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553339"/>
                  </a:lnTo>
                  <a:cubicBezTo>
                    <a:pt x="320294" y="562737"/>
                    <a:pt x="312674" y="570230"/>
                    <a:pt x="303403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03403" y="536448"/>
                  </a:lnTo>
                  <a:lnTo>
                    <a:pt x="303403" y="553339"/>
                  </a:lnTo>
                  <a:lnTo>
                    <a:pt x="286512" y="553339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6199615" y="5290823"/>
            <a:ext cx="240287" cy="1232411"/>
            <a:chOff x="0" y="0"/>
            <a:chExt cx="320383" cy="1643215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286512" cy="1609344"/>
            </a:xfrm>
            <a:custGeom>
              <a:avLst/>
              <a:gdLst/>
              <a:ahLst/>
              <a:cxnLst/>
              <a:rect r="r" b="b" t="t" l="l"/>
              <a:pathLst>
                <a:path h="1609344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320294" cy="1643126"/>
            </a:xfrm>
            <a:custGeom>
              <a:avLst/>
              <a:gdLst/>
              <a:ahLst/>
              <a:cxnLst/>
              <a:rect r="r" b="b" t="t" l="l"/>
              <a:pathLst>
                <a:path h="1643126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626235"/>
                  </a:lnTo>
                  <a:cubicBezTo>
                    <a:pt x="320294" y="1635633"/>
                    <a:pt x="312674" y="1643126"/>
                    <a:pt x="303403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303403" y="1609344"/>
                  </a:lnTo>
                  <a:lnTo>
                    <a:pt x="303403" y="1626235"/>
                  </a:lnTo>
                  <a:lnTo>
                    <a:pt x="286512" y="1626235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6469363" y="5290823"/>
            <a:ext cx="240287" cy="1634747"/>
            <a:chOff x="0" y="0"/>
            <a:chExt cx="320383" cy="2179663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286512" cy="2145792"/>
            </a:xfrm>
            <a:custGeom>
              <a:avLst/>
              <a:gdLst/>
              <a:ahLst/>
              <a:cxnLst/>
              <a:rect r="r" b="b" t="t" l="l"/>
              <a:pathLst>
                <a:path h="2145792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320294" cy="2179574"/>
            </a:xfrm>
            <a:custGeom>
              <a:avLst/>
              <a:gdLst/>
              <a:ahLst/>
              <a:cxnLst/>
              <a:rect r="r" b="b" t="t" l="l"/>
              <a:pathLst>
                <a:path h="2179574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2162683"/>
                  </a:lnTo>
                  <a:cubicBezTo>
                    <a:pt x="320294" y="2172081"/>
                    <a:pt x="312674" y="2179574"/>
                    <a:pt x="30340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303403" y="2145792"/>
                  </a:lnTo>
                  <a:lnTo>
                    <a:pt x="303403" y="2162683"/>
                  </a:lnTo>
                  <a:lnTo>
                    <a:pt x="286512" y="2162683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6739111" y="5290823"/>
            <a:ext cx="240287" cy="669141"/>
            <a:chOff x="0" y="0"/>
            <a:chExt cx="320383" cy="892188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286512" cy="858393"/>
            </a:xfrm>
            <a:custGeom>
              <a:avLst/>
              <a:gdLst/>
              <a:ahLst/>
              <a:cxnLst/>
              <a:rect r="r" b="b" t="t" l="l"/>
              <a:pathLst>
                <a:path h="858393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858393"/>
                  </a:lnTo>
                  <a:lnTo>
                    <a:pt x="0" y="858393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320294" cy="892175"/>
            </a:xfrm>
            <a:custGeom>
              <a:avLst/>
              <a:gdLst/>
              <a:ahLst/>
              <a:cxnLst/>
              <a:rect r="r" b="b" t="t" l="l"/>
              <a:pathLst>
                <a:path h="892175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875284"/>
                  </a:lnTo>
                  <a:cubicBezTo>
                    <a:pt x="320294" y="884682"/>
                    <a:pt x="312674" y="892175"/>
                    <a:pt x="303403" y="892175"/>
                  </a:cubicBezTo>
                  <a:lnTo>
                    <a:pt x="16891" y="892175"/>
                  </a:lnTo>
                  <a:cubicBezTo>
                    <a:pt x="7620" y="892175"/>
                    <a:pt x="0" y="884555"/>
                    <a:pt x="0" y="87528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5284"/>
                  </a:lnTo>
                  <a:lnTo>
                    <a:pt x="16891" y="875284"/>
                  </a:lnTo>
                  <a:lnTo>
                    <a:pt x="16891" y="858266"/>
                  </a:lnTo>
                  <a:lnTo>
                    <a:pt x="303403" y="858266"/>
                  </a:lnTo>
                  <a:lnTo>
                    <a:pt x="303403" y="875157"/>
                  </a:lnTo>
                  <a:lnTo>
                    <a:pt x="286512" y="875157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51765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7008859" y="4848254"/>
            <a:ext cx="240287" cy="467973"/>
            <a:chOff x="0" y="0"/>
            <a:chExt cx="320383" cy="62396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286512" cy="590169"/>
            </a:xfrm>
            <a:custGeom>
              <a:avLst/>
              <a:gdLst/>
              <a:ahLst/>
              <a:cxnLst/>
              <a:rect r="r" b="b" t="t" l="l"/>
              <a:pathLst>
                <a:path h="590169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590169"/>
                  </a:lnTo>
                  <a:lnTo>
                    <a:pt x="0" y="59016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320294" cy="623951"/>
            </a:xfrm>
            <a:custGeom>
              <a:avLst/>
              <a:gdLst/>
              <a:ahLst/>
              <a:cxnLst/>
              <a:rect r="r" b="b" t="t" l="l"/>
              <a:pathLst>
                <a:path h="623951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607060"/>
                  </a:lnTo>
                  <a:cubicBezTo>
                    <a:pt x="320294" y="616458"/>
                    <a:pt x="312674" y="623951"/>
                    <a:pt x="303403" y="623951"/>
                  </a:cubicBezTo>
                  <a:lnTo>
                    <a:pt x="16891" y="623951"/>
                  </a:lnTo>
                  <a:cubicBezTo>
                    <a:pt x="7620" y="623951"/>
                    <a:pt x="0" y="616331"/>
                    <a:pt x="0" y="60706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7060"/>
                  </a:lnTo>
                  <a:lnTo>
                    <a:pt x="16891" y="607060"/>
                  </a:lnTo>
                  <a:lnTo>
                    <a:pt x="16891" y="590042"/>
                  </a:lnTo>
                  <a:lnTo>
                    <a:pt x="303403" y="590042"/>
                  </a:lnTo>
                  <a:lnTo>
                    <a:pt x="303403" y="607060"/>
                  </a:lnTo>
                  <a:lnTo>
                    <a:pt x="286512" y="607060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7278607" y="4184399"/>
            <a:ext cx="240287" cy="1131827"/>
            <a:chOff x="0" y="0"/>
            <a:chExt cx="320383" cy="1509103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286512" cy="1475232"/>
            </a:xfrm>
            <a:custGeom>
              <a:avLst/>
              <a:gdLst/>
              <a:ahLst/>
              <a:cxnLst/>
              <a:rect r="r" b="b" t="t" l="l"/>
              <a:pathLst>
                <a:path h="1475232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475232"/>
                  </a:lnTo>
                  <a:lnTo>
                    <a:pt x="0" y="1475232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320294" cy="1509014"/>
            </a:xfrm>
            <a:custGeom>
              <a:avLst/>
              <a:gdLst/>
              <a:ahLst/>
              <a:cxnLst/>
              <a:rect r="r" b="b" t="t" l="l"/>
              <a:pathLst>
                <a:path h="1509014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492123"/>
                  </a:lnTo>
                  <a:cubicBezTo>
                    <a:pt x="320294" y="1501521"/>
                    <a:pt x="312674" y="1509014"/>
                    <a:pt x="303403" y="1509014"/>
                  </a:cubicBezTo>
                  <a:lnTo>
                    <a:pt x="16891" y="1509014"/>
                  </a:lnTo>
                  <a:cubicBezTo>
                    <a:pt x="7493" y="1509014"/>
                    <a:pt x="0" y="1501394"/>
                    <a:pt x="0" y="14921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92123"/>
                  </a:lnTo>
                  <a:lnTo>
                    <a:pt x="16891" y="1492123"/>
                  </a:lnTo>
                  <a:lnTo>
                    <a:pt x="16891" y="1475232"/>
                  </a:lnTo>
                  <a:lnTo>
                    <a:pt x="303403" y="1475232"/>
                  </a:lnTo>
                  <a:lnTo>
                    <a:pt x="303403" y="1492123"/>
                  </a:lnTo>
                  <a:lnTo>
                    <a:pt x="286512" y="1492123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7548355" y="3842414"/>
            <a:ext cx="240287" cy="1473813"/>
            <a:chOff x="0" y="0"/>
            <a:chExt cx="320383" cy="196508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16891" y="16891"/>
              <a:ext cx="286512" cy="1931289"/>
            </a:xfrm>
            <a:custGeom>
              <a:avLst/>
              <a:gdLst/>
              <a:ahLst/>
              <a:cxnLst/>
              <a:rect r="r" b="b" t="t" l="l"/>
              <a:pathLst>
                <a:path h="1931289" w="286512">
                  <a:moveTo>
                    <a:pt x="0" y="0"/>
                  </a:moveTo>
                  <a:lnTo>
                    <a:pt x="286512" y="0"/>
                  </a:lnTo>
                  <a:lnTo>
                    <a:pt x="286512" y="1931289"/>
                  </a:lnTo>
                  <a:lnTo>
                    <a:pt x="0" y="193128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320294" cy="1965071"/>
            </a:xfrm>
            <a:custGeom>
              <a:avLst/>
              <a:gdLst/>
              <a:ahLst/>
              <a:cxnLst/>
              <a:rect r="r" b="b" t="t" l="l"/>
              <a:pathLst>
                <a:path h="1965071" w="320294">
                  <a:moveTo>
                    <a:pt x="16891" y="0"/>
                  </a:moveTo>
                  <a:lnTo>
                    <a:pt x="303403" y="0"/>
                  </a:lnTo>
                  <a:cubicBezTo>
                    <a:pt x="312801" y="0"/>
                    <a:pt x="320294" y="7620"/>
                    <a:pt x="320294" y="16891"/>
                  </a:cubicBezTo>
                  <a:lnTo>
                    <a:pt x="320294" y="1948180"/>
                  </a:lnTo>
                  <a:cubicBezTo>
                    <a:pt x="320294" y="1957578"/>
                    <a:pt x="312674" y="1965071"/>
                    <a:pt x="303403" y="1965071"/>
                  </a:cubicBezTo>
                  <a:lnTo>
                    <a:pt x="16891" y="1965071"/>
                  </a:lnTo>
                  <a:cubicBezTo>
                    <a:pt x="7493" y="1965071"/>
                    <a:pt x="0" y="1957451"/>
                    <a:pt x="0" y="194818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48180"/>
                  </a:lnTo>
                  <a:lnTo>
                    <a:pt x="16891" y="1948180"/>
                  </a:lnTo>
                  <a:lnTo>
                    <a:pt x="16891" y="1931289"/>
                  </a:lnTo>
                  <a:lnTo>
                    <a:pt x="303403" y="1931289"/>
                  </a:lnTo>
                  <a:lnTo>
                    <a:pt x="303403" y="1948180"/>
                  </a:lnTo>
                  <a:lnTo>
                    <a:pt x="286512" y="1948180"/>
                  </a:lnTo>
                  <a:lnTo>
                    <a:pt x="286512" y="16891"/>
                  </a:lnTo>
                  <a:lnTo>
                    <a:pt x="303403" y="16891"/>
                  </a:lnTo>
                  <a:lnTo>
                    <a:pt x="30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51765"/>
              </a:srgbClr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2399264" y="7461504"/>
            <a:ext cx="5394960" cy="402336"/>
            <a:chOff x="0" y="0"/>
            <a:chExt cx="7193280" cy="536448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7193280" cy="536448"/>
            </a:xfrm>
            <a:custGeom>
              <a:avLst/>
              <a:gdLst/>
              <a:ahLst/>
              <a:cxnLst/>
              <a:rect r="r" b="b" t="t" l="l"/>
              <a:pathLst>
                <a:path h="53644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276" r="0" b="-211276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7193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C8B8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Frankenstein — simulated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2399264" y="8083296"/>
            <a:ext cx="5394960" cy="475488"/>
            <a:chOff x="0" y="0"/>
            <a:chExt cx="7193280" cy="633984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193280" cy="633984"/>
            </a:xfrm>
            <a:custGeom>
              <a:avLst/>
              <a:gdLst/>
              <a:ahLst/>
              <a:cxnLst/>
              <a:rect r="r" b="b" t="t" l="l"/>
              <a:pathLst>
                <a:path h="63398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080" r="0" b="-17108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7193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C890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DETECTED: Man in a Hole  ·  similarity 0.87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2399264" y="8741664"/>
            <a:ext cx="5394960" cy="402336"/>
            <a:chOff x="0" y="0"/>
            <a:chExt cx="7193280" cy="536448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7193280" cy="536448"/>
            </a:xfrm>
            <a:custGeom>
              <a:avLst/>
              <a:gdLst/>
              <a:ahLst/>
              <a:cxnLst/>
              <a:rect r="r" b="b" t="t" l="l"/>
              <a:pathLst>
                <a:path h="53644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276" r="0" b="-211276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28575"/>
              <a:ext cx="71932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b="true" sz="1300" spc="300">
                  <a:solidFill>
                    <a:srgbClr val="C8B8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 EMOTIONS DETECTED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2386567" y="9241031"/>
            <a:ext cx="1268987" cy="464315"/>
            <a:chOff x="0" y="0"/>
            <a:chExt cx="1691983" cy="619087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F59E0B">
                <a:alpha val="7451"/>
              </a:srgbClr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2399264" y="9253728"/>
            <a:ext cx="1243584" cy="438912"/>
            <a:chOff x="0" y="0"/>
            <a:chExt cx="1658112" cy="585216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joy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3739879" y="9241031"/>
            <a:ext cx="1268987" cy="464315"/>
            <a:chOff x="0" y="0"/>
            <a:chExt cx="1691983" cy="619087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60A5FA">
                <a:alpha val="7451"/>
              </a:srgbClr>
            </a:solidFill>
          </p:spPr>
        </p:sp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60A5FA">
                <a:alpha val="24706"/>
              </a:srgbClr>
            </a:solid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3752576" y="9253728"/>
            <a:ext cx="1243584" cy="438912"/>
            <a:chOff x="0" y="0"/>
            <a:chExt cx="1658112" cy="585216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sadness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15093191" y="9241031"/>
            <a:ext cx="1268987" cy="464315"/>
            <a:chOff x="0" y="0"/>
            <a:chExt cx="1691983" cy="619087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A78BFA">
                <a:alpha val="7451"/>
              </a:srgbClr>
            </a:solidFill>
          </p:spPr>
        </p:sp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A78BFA">
                <a:alpha val="24706"/>
              </a:srgbClr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5105888" y="9253728"/>
            <a:ext cx="1243584" cy="438912"/>
            <a:chOff x="0" y="0"/>
            <a:chExt cx="1658112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fear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16446503" y="9241031"/>
            <a:ext cx="1268987" cy="464315"/>
            <a:chOff x="0" y="0"/>
            <a:chExt cx="1691983" cy="61908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F87171">
                <a:alpha val="7451"/>
              </a:srgbClr>
            </a:solidFill>
          </p:spPr>
        </p:sp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F87171">
                <a:alpha val="24706"/>
              </a:srgbClr>
            </a:solid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16459200" y="9253728"/>
            <a:ext cx="1243584" cy="438912"/>
            <a:chOff x="0" y="0"/>
            <a:chExt cx="1658112" cy="585216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anger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2386567" y="9789671"/>
            <a:ext cx="1268987" cy="464315"/>
            <a:chOff x="0" y="0"/>
            <a:chExt cx="1691983" cy="619087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4ADE80">
                <a:alpha val="7451"/>
              </a:srgbClr>
            </a:solidFill>
          </p:spPr>
        </p:sp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4ADE80">
                <a:alpha val="24706"/>
              </a:srgbClr>
            </a:solid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12399264" y="9802368"/>
            <a:ext cx="1243584" cy="438912"/>
            <a:chOff x="0" y="0"/>
            <a:chExt cx="1658112" cy="585216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53" id="253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disgust</a:t>
              </a:r>
            </a:p>
          </p:txBody>
        </p:sp>
      </p:grpSp>
      <p:grpSp>
        <p:nvGrpSpPr>
          <p:cNvPr name="Group 254" id="254"/>
          <p:cNvGrpSpPr/>
          <p:nvPr/>
        </p:nvGrpSpPr>
        <p:grpSpPr>
          <a:xfrm rot="0">
            <a:off x="13739879" y="9789671"/>
            <a:ext cx="1268987" cy="464315"/>
            <a:chOff x="0" y="0"/>
            <a:chExt cx="1691983" cy="619087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FB923C">
                <a:alpha val="7451"/>
              </a:srgbClr>
            </a:solidFill>
          </p:spPr>
        </p:sp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FB923C">
                <a:alpha val="24706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752576" y="9802368"/>
            <a:ext cx="1243584" cy="438912"/>
            <a:chOff x="0" y="0"/>
            <a:chExt cx="1658112" cy="585216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59" id="259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surprise</a:t>
              </a:r>
            </a:p>
          </p:txBody>
        </p:sp>
      </p:grpSp>
      <p:grpSp>
        <p:nvGrpSpPr>
          <p:cNvPr name="Group 260" id="260"/>
          <p:cNvGrpSpPr/>
          <p:nvPr/>
        </p:nvGrpSpPr>
        <p:grpSpPr>
          <a:xfrm rot="0">
            <a:off x="15093191" y="9789671"/>
            <a:ext cx="1268987" cy="464315"/>
            <a:chOff x="0" y="0"/>
            <a:chExt cx="1691983" cy="619087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16891" y="16891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146304"/>
                  </a:moveTo>
                  <a:cubicBezTo>
                    <a:pt x="0" y="65532"/>
                    <a:pt x="67945" y="0"/>
                    <a:pt x="151638" y="0"/>
                  </a:cubicBezTo>
                  <a:lnTo>
                    <a:pt x="1506474" y="0"/>
                  </a:lnTo>
                  <a:cubicBezTo>
                    <a:pt x="1590294" y="0"/>
                    <a:pt x="1658112" y="65532"/>
                    <a:pt x="1658112" y="146304"/>
                  </a:cubicBezTo>
                  <a:lnTo>
                    <a:pt x="1658112" y="438912"/>
                  </a:lnTo>
                  <a:cubicBezTo>
                    <a:pt x="1658112" y="519684"/>
                    <a:pt x="1590167" y="585216"/>
                    <a:pt x="1506474" y="585216"/>
                  </a:cubicBezTo>
                  <a:lnTo>
                    <a:pt x="151765" y="585216"/>
                  </a:lnTo>
                  <a:cubicBezTo>
                    <a:pt x="67945" y="585216"/>
                    <a:pt x="127" y="519684"/>
                    <a:pt x="127" y="438912"/>
                  </a:cubicBezTo>
                  <a:close/>
                </a:path>
              </a:pathLst>
            </a:custGeom>
            <a:solidFill>
              <a:srgbClr val="94A3B8">
                <a:alpha val="7451"/>
              </a:srgbClr>
            </a:solidFill>
          </p:spPr>
        </p:sp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1692021" cy="618998"/>
            </a:xfrm>
            <a:custGeom>
              <a:avLst/>
              <a:gdLst/>
              <a:ahLst/>
              <a:cxnLst/>
              <a:rect r="r" b="b" t="t" l="l"/>
              <a:pathLst>
                <a:path h="618998" w="1692021">
                  <a:moveTo>
                    <a:pt x="0" y="163195"/>
                  </a:moveTo>
                  <a:cubicBezTo>
                    <a:pt x="0" y="72517"/>
                    <a:pt x="76073" y="0"/>
                    <a:pt x="168656" y="0"/>
                  </a:cubicBezTo>
                  <a:lnTo>
                    <a:pt x="1523365" y="0"/>
                  </a:lnTo>
                  <a:lnTo>
                    <a:pt x="1523365" y="16891"/>
                  </a:lnTo>
                  <a:lnTo>
                    <a:pt x="1523365" y="0"/>
                  </a:lnTo>
                  <a:cubicBezTo>
                    <a:pt x="1615948" y="0"/>
                    <a:pt x="1692021" y="72517"/>
                    <a:pt x="1692021" y="163195"/>
                  </a:cubicBezTo>
                  <a:lnTo>
                    <a:pt x="1675130" y="163195"/>
                  </a:lnTo>
                  <a:lnTo>
                    <a:pt x="1692021" y="163195"/>
                  </a:lnTo>
                  <a:lnTo>
                    <a:pt x="1692021" y="455803"/>
                  </a:lnTo>
                  <a:lnTo>
                    <a:pt x="1675130" y="455803"/>
                  </a:lnTo>
                  <a:lnTo>
                    <a:pt x="1692021" y="455803"/>
                  </a:lnTo>
                  <a:cubicBezTo>
                    <a:pt x="1692021" y="546481"/>
                    <a:pt x="1615948" y="618998"/>
                    <a:pt x="1523365" y="618998"/>
                  </a:cubicBezTo>
                  <a:lnTo>
                    <a:pt x="1523365" y="602107"/>
                  </a:lnTo>
                  <a:lnTo>
                    <a:pt x="1523365" y="618998"/>
                  </a:lnTo>
                  <a:lnTo>
                    <a:pt x="168656" y="618998"/>
                  </a:lnTo>
                  <a:lnTo>
                    <a:pt x="168656" y="602107"/>
                  </a:lnTo>
                  <a:lnTo>
                    <a:pt x="168656" y="618998"/>
                  </a:lnTo>
                  <a:cubicBezTo>
                    <a:pt x="76073" y="619125"/>
                    <a:pt x="0" y="546608"/>
                    <a:pt x="0" y="455803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55803"/>
                  </a:lnTo>
                  <a:lnTo>
                    <a:pt x="16891" y="455803"/>
                  </a:lnTo>
                  <a:lnTo>
                    <a:pt x="33909" y="455803"/>
                  </a:lnTo>
                  <a:cubicBezTo>
                    <a:pt x="33909" y="526669"/>
                    <a:pt x="93599" y="585216"/>
                    <a:pt x="168656" y="585216"/>
                  </a:cubicBezTo>
                  <a:lnTo>
                    <a:pt x="1523365" y="585216"/>
                  </a:lnTo>
                  <a:cubicBezTo>
                    <a:pt x="1598422" y="585216"/>
                    <a:pt x="1658112" y="526669"/>
                    <a:pt x="1658112" y="455803"/>
                  </a:cubicBezTo>
                  <a:lnTo>
                    <a:pt x="1658112" y="163195"/>
                  </a:lnTo>
                  <a:cubicBezTo>
                    <a:pt x="1658112" y="92329"/>
                    <a:pt x="1598422" y="33782"/>
                    <a:pt x="1523365" y="33782"/>
                  </a:cubicBezTo>
                  <a:lnTo>
                    <a:pt x="168656" y="33782"/>
                  </a:lnTo>
                  <a:lnTo>
                    <a:pt x="168656" y="16891"/>
                  </a:lnTo>
                  <a:lnTo>
                    <a:pt x="168656" y="33909"/>
                  </a:lnTo>
                  <a:cubicBezTo>
                    <a:pt x="93599" y="33909"/>
                    <a:pt x="33909" y="92329"/>
                    <a:pt x="33909" y="163195"/>
                  </a:cubicBezTo>
                  <a:close/>
                </a:path>
              </a:pathLst>
            </a:custGeom>
            <a:solidFill>
              <a:srgbClr val="94A3B8">
                <a:alpha val="24706"/>
              </a:srgbClr>
            </a:solid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15105888" y="9802368"/>
            <a:ext cx="1243584" cy="438912"/>
            <a:chOff x="0" y="0"/>
            <a:chExt cx="1658112" cy="585216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1658112" cy="585216"/>
            </a:xfrm>
            <a:custGeom>
              <a:avLst/>
              <a:gdLst/>
              <a:ahLst/>
              <a:cxnLst/>
              <a:rect r="r" b="b" t="t" l="l"/>
              <a:pathLst>
                <a:path h="585216" w="1658112">
                  <a:moveTo>
                    <a:pt x="0" y="0"/>
                  </a:moveTo>
                  <a:lnTo>
                    <a:pt x="1658112" y="0"/>
                  </a:lnTo>
                  <a:lnTo>
                    <a:pt x="16581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28575"/>
              <a:ext cx="165811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neutral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824960" cy="475488"/>
            <a:chOff x="0" y="0"/>
            <a:chExt cx="22433280" cy="633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470" r="0" b="-63947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3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987552"/>
            <a:ext cx="16824960" cy="950976"/>
            <a:chOff x="0" y="0"/>
            <a:chExt cx="2243328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35" r="0" b="-2947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43328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this presentation covers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5127" y="1962407"/>
            <a:ext cx="16557755" cy="80267"/>
            <a:chOff x="0" y="0"/>
            <a:chExt cx="22077007" cy="107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043136" cy="73152"/>
            </a:xfrm>
            <a:custGeom>
              <a:avLst/>
              <a:gdLst/>
              <a:ahLst/>
              <a:cxnLst/>
              <a:rect r="r" b="b" t="t" l="l"/>
              <a:pathLst>
                <a:path h="73152" w="22043136">
                  <a:moveTo>
                    <a:pt x="0" y="0"/>
                  </a:moveTo>
                  <a:lnTo>
                    <a:pt x="22043136" y="0"/>
                  </a:lnTo>
                  <a:lnTo>
                    <a:pt x="22043136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76918" cy="106936"/>
            </a:xfrm>
            <a:custGeom>
              <a:avLst/>
              <a:gdLst/>
              <a:ahLst/>
              <a:cxnLst/>
              <a:rect r="r" b="b" t="t" l="l"/>
              <a:pathLst>
                <a:path h="106936" w="22076918">
                  <a:moveTo>
                    <a:pt x="16891" y="0"/>
                  </a:moveTo>
                  <a:lnTo>
                    <a:pt x="22060027" y="0"/>
                  </a:lnTo>
                  <a:cubicBezTo>
                    <a:pt x="22069425" y="0"/>
                    <a:pt x="22076918" y="7620"/>
                    <a:pt x="22076918" y="16891"/>
                  </a:cubicBezTo>
                  <a:lnTo>
                    <a:pt x="22076918" y="90043"/>
                  </a:lnTo>
                  <a:cubicBezTo>
                    <a:pt x="22076918" y="99441"/>
                    <a:pt x="22069298" y="106934"/>
                    <a:pt x="22060027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2060027" y="73152"/>
                  </a:lnTo>
                  <a:lnTo>
                    <a:pt x="22060027" y="90043"/>
                  </a:lnTo>
                  <a:lnTo>
                    <a:pt x="22043137" y="90043"/>
                  </a:lnTo>
                  <a:lnTo>
                    <a:pt x="22043137" y="16891"/>
                  </a:lnTo>
                  <a:lnTo>
                    <a:pt x="22060027" y="16891"/>
                  </a:lnTo>
                  <a:lnTo>
                    <a:pt x="220600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2247" y="2273303"/>
            <a:ext cx="8437883" cy="2219963"/>
            <a:chOff x="0" y="0"/>
            <a:chExt cx="11250511" cy="2959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1E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2247" y="2273303"/>
            <a:ext cx="8437883" cy="135131"/>
            <a:chOff x="0" y="0"/>
            <a:chExt cx="1125051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2578608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E55A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08711" y="2602487"/>
            <a:ext cx="80267" cy="976379"/>
            <a:chOff x="0" y="0"/>
            <a:chExt cx="107023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55A3A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2470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40864" y="2578608"/>
            <a:ext cx="6492240" cy="658368"/>
            <a:chOff x="0" y="0"/>
            <a:chExt cx="865632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Definition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40864" y="3310128"/>
            <a:ext cx="6492240" cy="804672"/>
            <a:chOff x="0" y="0"/>
            <a:chExt cx="865632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was broken and why it mattered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79943" y="2273303"/>
            <a:ext cx="8437883" cy="2219963"/>
            <a:chOff x="0" y="0"/>
            <a:chExt cx="1125051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FDF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79943" y="2273303"/>
            <a:ext cx="8437883" cy="135131"/>
            <a:chOff x="0" y="0"/>
            <a:chExt cx="11250511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48672" y="2578608"/>
            <a:ext cx="1005840" cy="1005840"/>
            <a:chOff x="0" y="0"/>
            <a:chExt cx="134112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06407" y="2602487"/>
            <a:ext cx="80267" cy="976379"/>
            <a:chOff x="0" y="0"/>
            <a:chExt cx="107023" cy="13018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D9488">
                <a:alpha val="24706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24706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338560" y="2578608"/>
            <a:ext cx="6492240" cy="658368"/>
            <a:chOff x="0" y="0"/>
            <a:chExt cx="8656320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Approach &amp; Design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38560" y="3310128"/>
            <a:ext cx="6492240" cy="804672"/>
            <a:chOff x="0" y="0"/>
            <a:chExt cx="8656320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Architecture, pipeline decisions, key choices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2247" y="4797047"/>
            <a:ext cx="8437883" cy="2219963"/>
            <a:chOff x="0" y="0"/>
            <a:chExt cx="11250511" cy="29599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BE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2247" y="4797047"/>
            <a:ext cx="8437883" cy="135131"/>
            <a:chOff x="0" y="0"/>
            <a:chExt cx="11250511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50976" y="5102352"/>
            <a:ext cx="1005840" cy="1005840"/>
            <a:chOff x="0" y="0"/>
            <a:chExt cx="13411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08711" y="5126231"/>
            <a:ext cx="80267" cy="976379"/>
            <a:chOff x="0" y="0"/>
            <a:chExt cx="107023" cy="13018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340864" y="5102352"/>
            <a:ext cx="6492240" cy="658368"/>
            <a:chOff x="0" y="0"/>
            <a:chExt cx="865632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340864" y="5833872"/>
            <a:ext cx="6492240" cy="804672"/>
            <a:chOff x="0" y="0"/>
            <a:chExt cx="8656320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Datasets used and how text was extracted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9943" y="4797047"/>
            <a:ext cx="8437883" cy="2219963"/>
            <a:chOff x="0" y="0"/>
            <a:chExt cx="11250511" cy="29599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79943" y="4797047"/>
            <a:ext cx="8437883" cy="135131"/>
            <a:chOff x="0" y="0"/>
            <a:chExt cx="1125051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948672" y="5102352"/>
            <a:ext cx="1005840" cy="1005840"/>
            <a:chOff x="0" y="0"/>
            <a:chExt cx="13411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8B5C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106407" y="5126231"/>
            <a:ext cx="80267" cy="976379"/>
            <a:chOff x="0" y="0"/>
            <a:chExt cx="107023" cy="13018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8B5CF6">
                <a:alpha val="24706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>
                <a:alpha val="24706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338560" y="5102352"/>
            <a:ext cx="6492240" cy="658368"/>
            <a:chOff x="0" y="0"/>
            <a:chExt cx="8656320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 &amp; Methods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338560" y="5833872"/>
            <a:ext cx="6492240" cy="804672"/>
            <a:chOff x="0" y="0"/>
            <a:chExt cx="8656320" cy="1072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VADER, DistilRoBERTa, story shape matching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2247" y="7320791"/>
            <a:ext cx="8437883" cy="2219963"/>
            <a:chOff x="0" y="0"/>
            <a:chExt cx="11250511" cy="295995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82247" y="7320791"/>
            <a:ext cx="8437883" cy="135131"/>
            <a:chOff x="0" y="0"/>
            <a:chExt cx="11250511" cy="1801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0976" y="7626096"/>
            <a:ext cx="1005840" cy="1005840"/>
            <a:chOff x="0" y="0"/>
            <a:chExt cx="1341120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2C55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108711" y="7649975"/>
            <a:ext cx="80267" cy="976379"/>
            <a:chOff x="0" y="0"/>
            <a:chExt cx="107023" cy="130183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2C55E">
                <a:alpha val="24706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>
                <a:alpha val="24706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340864" y="7626096"/>
            <a:ext cx="6492240" cy="658368"/>
            <a:chOff x="0" y="0"/>
            <a:chExt cx="8656320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&amp; Results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340864" y="8357616"/>
            <a:ext cx="6492240" cy="804672"/>
            <a:chOff x="0" y="0"/>
            <a:chExt cx="8656320" cy="10728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Metrics, consistency scores, outputs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679943" y="7320791"/>
            <a:ext cx="8437883" cy="2219963"/>
            <a:chOff x="0" y="0"/>
            <a:chExt cx="11250511" cy="295995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2504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2942971"/>
                  </a:lnTo>
                  <a:cubicBezTo>
                    <a:pt x="11250422" y="2952369"/>
                    <a:pt x="11242802" y="2959862"/>
                    <a:pt x="112335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1233531" y="2926080"/>
                  </a:lnTo>
                  <a:lnTo>
                    <a:pt x="11233531" y="2942971"/>
                  </a:lnTo>
                  <a:lnTo>
                    <a:pt x="11216640" y="294297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679943" y="7320791"/>
            <a:ext cx="8437883" cy="135131"/>
            <a:chOff x="0" y="0"/>
            <a:chExt cx="11250511" cy="18017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121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250422" cy="180088"/>
            </a:xfrm>
            <a:custGeom>
              <a:avLst/>
              <a:gdLst/>
              <a:ahLst/>
              <a:cxnLst/>
              <a:rect r="r" b="b" t="t" l="l"/>
              <a:pathLst>
                <a:path h="180088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63195"/>
                  </a:lnTo>
                  <a:cubicBezTo>
                    <a:pt x="11250422" y="172593"/>
                    <a:pt x="11242802" y="180086"/>
                    <a:pt x="112335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233531" y="146304"/>
                  </a:lnTo>
                  <a:lnTo>
                    <a:pt x="11233531" y="163195"/>
                  </a:lnTo>
                  <a:lnTo>
                    <a:pt x="11216640" y="16319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948672" y="7626096"/>
            <a:ext cx="1005840" cy="1005840"/>
            <a:chOff x="0" y="0"/>
            <a:chExt cx="1341120" cy="1341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3B82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106407" y="7649975"/>
            <a:ext cx="80267" cy="976379"/>
            <a:chOff x="0" y="0"/>
            <a:chExt cx="107023" cy="130183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731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3152">
                  <a:moveTo>
                    <a:pt x="0" y="0"/>
                  </a:moveTo>
                  <a:lnTo>
                    <a:pt x="73152" y="0"/>
                  </a:lnTo>
                  <a:lnTo>
                    <a:pt x="7315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3B82F6">
                <a:alpha val="24706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6934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934">
                  <a:moveTo>
                    <a:pt x="16891" y="0"/>
                  </a:moveTo>
                  <a:lnTo>
                    <a:pt x="90043" y="0"/>
                  </a:lnTo>
                  <a:cubicBezTo>
                    <a:pt x="99441" y="0"/>
                    <a:pt x="106934" y="7620"/>
                    <a:pt x="106934" y="16891"/>
                  </a:cubicBezTo>
                  <a:lnTo>
                    <a:pt x="106934" y="1284859"/>
                  </a:lnTo>
                  <a:cubicBezTo>
                    <a:pt x="106934" y="1294257"/>
                    <a:pt x="99314" y="1301750"/>
                    <a:pt x="90043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90043" y="1267968"/>
                  </a:lnTo>
                  <a:lnTo>
                    <a:pt x="90043" y="1284859"/>
                  </a:lnTo>
                  <a:lnTo>
                    <a:pt x="73152" y="1284859"/>
                  </a:lnTo>
                  <a:lnTo>
                    <a:pt x="73152" y="16891"/>
                  </a:lnTo>
                  <a:lnTo>
                    <a:pt x="90043" y="16891"/>
                  </a:lnTo>
                  <a:lnTo>
                    <a:pt x="900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>
                <a:alpha val="24706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338560" y="7626096"/>
            <a:ext cx="6492240" cy="658368"/>
            <a:chOff x="0" y="0"/>
            <a:chExt cx="8656320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65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144" r="0" b="-14214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865632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Discussion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338560" y="8357616"/>
            <a:ext cx="6492240" cy="804672"/>
            <a:chOff x="0" y="0"/>
            <a:chExt cx="8656320" cy="10728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656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08" r="0" b="-10720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865632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Challenges, limitations, and future work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42599" y="-12697"/>
            <a:ext cx="5658107" cy="10312403"/>
            <a:chOff x="0" y="0"/>
            <a:chExt cx="75441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5102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A1A0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440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13732890"/>
                  </a:lnTo>
                  <a:cubicBezTo>
                    <a:pt x="7544054" y="13742290"/>
                    <a:pt x="7536434" y="13749782"/>
                    <a:pt x="75271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527163" y="13716000"/>
                  </a:lnTo>
                  <a:lnTo>
                    <a:pt x="7527163" y="13732890"/>
                  </a:lnTo>
                  <a:lnTo>
                    <a:pt x="7510272" y="13732890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1A0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154663" y="535943"/>
            <a:ext cx="4780283" cy="9352283"/>
            <a:chOff x="0" y="0"/>
            <a:chExt cx="6373711" cy="12469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7018"/>
              <a:ext cx="6339840" cy="12435713"/>
            </a:xfrm>
            <a:custGeom>
              <a:avLst/>
              <a:gdLst/>
              <a:ahLst/>
              <a:cxnLst/>
              <a:rect r="r" b="b" t="t" l="l"/>
              <a:pathLst>
                <a:path h="12435713" w="6339840">
                  <a:moveTo>
                    <a:pt x="0" y="122174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217920" y="0"/>
                  </a:lnTo>
                  <a:cubicBezTo>
                    <a:pt x="6285230" y="0"/>
                    <a:pt x="6339840" y="54737"/>
                    <a:pt x="6339840" y="122174"/>
                  </a:cubicBezTo>
                  <a:lnTo>
                    <a:pt x="6339840" y="12313539"/>
                  </a:lnTo>
                  <a:cubicBezTo>
                    <a:pt x="6339840" y="12381103"/>
                    <a:pt x="6285230" y="12435713"/>
                    <a:pt x="6217920" y="12435713"/>
                  </a:cubicBezTo>
                  <a:lnTo>
                    <a:pt x="121920" y="12435713"/>
                  </a:lnTo>
                  <a:cubicBezTo>
                    <a:pt x="54610" y="12435713"/>
                    <a:pt x="0" y="12380976"/>
                    <a:pt x="0" y="12313539"/>
                  </a:cubicBezTo>
                  <a:close/>
                </a:path>
              </a:pathLst>
            </a:custGeom>
            <a:solidFill>
              <a:srgbClr val="3D2510">
                <a:alpha val="6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73622" cy="12469749"/>
            </a:xfrm>
            <a:custGeom>
              <a:avLst/>
              <a:gdLst/>
              <a:ahLst/>
              <a:cxnLst/>
              <a:rect r="r" b="b" t="t" l="l"/>
              <a:pathLst>
                <a:path h="12469749" w="6373622">
                  <a:moveTo>
                    <a:pt x="0" y="139192"/>
                  </a:moveTo>
                  <a:cubicBezTo>
                    <a:pt x="0" y="62357"/>
                    <a:pt x="62103" y="0"/>
                    <a:pt x="138811" y="0"/>
                  </a:cubicBezTo>
                  <a:lnTo>
                    <a:pt x="6234811" y="0"/>
                  </a:lnTo>
                  <a:lnTo>
                    <a:pt x="6234811" y="16891"/>
                  </a:lnTo>
                  <a:lnTo>
                    <a:pt x="6234811" y="0"/>
                  </a:lnTo>
                  <a:cubicBezTo>
                    <a:pt x="6311519" y="0"/>
                    <a:pt x="6373622" y="62357"/>
                    <a:pt x="6373622" y="139192"/>
                  </a:cubicBezTo>
                  <a:lnTo>
                    <a:pt x="6356731" y="139192"/>
                  </a:lnTo>
                  <a:lnTo>
                    <a:pt x="6373622" y="139192"/>
                  </a:lnTo>
                  <a:lnTo>
                    <a:pt x="6373622" y="12330557"/>
                  </a:lnTo>
                  <a:lnTo>
                    <a:pt x="6356731" y="12330557"/>
                  </a:lnTo>
                  <a:lnTo>
                    <a:pt x="6373622" y="12330557"/>
                  </a:lnTo>
                  <a:cubicBezTo>
                    <a:pt x="6373622" y="12407392"/>
                    <a:pt x="6311519" y="12469749"/>
                    <a:pt x="6234811" y="12469749"/>
                  </a:cubicBezTo>
                  <a:lnTo>
                    <a:pt x="6234811" y="12452858"/>
                  </a:lnTo>
                  <a:lnTo>
                    <a:pt x="6234811" y="12469749"/>
                  </a:lnTo>
                  <a:lnTo>
                    <a:pt x="138811" y="12469749"/>
                  </a:lnTo>
                  <a:lnTo>
                    <a:pt x="138811" y="12452858"/>
                  </a:lnTo>
                  <a:lnTo>
                    <a:pt x="138811" y="12469749"/>
                  </a:lnTo>
                  <a:cubicBezTo>
                    <a:pt x="62103" y="12469749"/>
                    <a:pt x="0" y="12407392"/>
                    <a:pt x="0" y="12330557"/>
                  </a:cubicBezTo>
                  <a:lnTo>
                    <a:pt x="0" y="139192"/>
                  </a:lnTo>
                  <a:lnTo>
                    <a:pt x="16891" y="139192"/>
                  </a:lnTo>
                  <a:lnTo>
                    <a:pt x="0" y="139192"/>
                  </a:lnTo>
                  <a:moveTo>
                    <a:pt x="33909" y="139192"/>
                  </a:moveTo>
                  <a:lnTo>
                    <a:pt x="33909" y="12330557"/>
                  </a:lnTo>
                  <a:lnTo>
                    <a:pt x="16891" y="12330557"/>
                  </a:lnTo>
                  <a:lnTo>
                    <a:pt x="33909" y="12330557"/>
                  </a:lnTo>
                  <a:cubicBezTo>
                    <a:pt x="33909" y="12388723"/>
                    <a:pt x="80899" y="12435839"/>
                    <a:pt x="138938" y="12435839"/>
                  </a:cubicBezTo>
                  <a:lnTo>
                    <a:pt x="6234938" y="12435839"/>
                  </a:lnTo>
                  <a:cubicBezTo>
                    <a:pt x="6292850" y="12435839"/>
                    <a:pt x="6339967" y="12388723"/>
                    <a:pt x="6339967" y="12330557"/>
                  </a:cubicBezTo>
                  <a:lnTo>
                    <a:pt x="6339967" y="139192"/>
                  </a:lnTo>
                  <a:cubicBezTo>
                    <a:pt x="6339967" y="81026"/>
                    <a:pt x="6292977" y="33909"/>
                    <a:pt x="6234938" y="33909"/>
                  </a:cubicBezTo>
                  <a:lnTo>
                    <a:pt x="138938" y="33909"/>
                  </a:lnTo>
                  <a:lnTo>
                    <a:pt x="138938" y="16891"/>
                  </a:lnTo>
                  <a:lnTo>
                    <a:pt x="138938" y="33909"/>
                  </a:lnTo>
                  <a:cubicBezTo>
                    <a:pt x="81026" y="33909"/>
                    <a:pt x="33909" y="81026"/>
                    <a:pt x="33909" y="139192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20423" y="1084583"/>
            <a:ext cx="4048763" cy="2951483"/>
            <a:chOff x="0" y="0"/>
            <a:chExt cx="5398351" cy="3935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364480">
                  <a:moveTo>
                    <a:pt x="0" y="121920"/>
                  </a:moveTo>
                  <a:cubicBezTo>
                    <a:pt x="0" y="54610"/>
                    <a:pt x="54737" y="0"/>
                    <a:pt x="122174" y="0"/>
                  </a:cubicBezTo>
                  <a:lnTo>
                    <a:pt x="5242306" y="0"/>
                  </a:lnTo>
                  <a:cubicBezTo>
                    <a:pt x="5309743" y="0"/>
                    <a:pt x="5364480" y="54610"/>
                    <a:pt x="5364480" y="121920"/>
                  </a:cubicBezTo>
                  <a:lnTo>
                    <a:pt x="5364480" y="3779520"/>
                  </a:lnTo>
                  <a:cubicBezTo>
                    <a:pt x="5364480" y="3846830"/>
                    <a:pt x="5309743" y="3901440"/>
                    <a:pt x="5242306" y="3901440"/>
                  </a:cubicBezTo>
                  <a:lnTo>
                    <a:pt x="122301" y="3901440"/>
                  </a:lnTo>
                  <a:cubicBezTo>
                    <a:pt x="54864" y="3901440"/>
                    <a:pt x="127" y="3846830"/>
                    <a:pt x="127" y="3779520"/>
                  </a:cubicBezTo>
                  <a:close/>
                </a:path>
              </a:pathLst>
            </a:custGeom>
            <a:solidFill>
              <a:srgbClr val="F5F0E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389" cy="3935222"/>
            </a:xfrm>
            <a:custGeom>
              <a:avLst/>
              <a:gdLst/>
              <a:ahLst/>
              <a:cxnLst/>
              <a:rect r="r" b="b" t="t" l="l"/>
              <a:pathLst>
                <a:path h="3935222" w="5398389">
                  <a:moveTo>
                    <a:pt x="0" y="138811"/>
                  </a:moveTo>
                  <a:cubicBezTo>
                    <a:pt x="0" y="62103"/>
                    <a:pt x="62357" y="0"/>
                    <a:pt x="139192" y="0"/>
                  </a:cubicBezTo>
                  <a:lnTo>
                    <a:pt x="5259197" y="0"/>
                  </a:lnTo>
                  <a:lnTo>
                    <a:pt x="5259197" y="16891"/>
                  </a:lnTo>
                  <a:lnTo>
                    <a:pt x="5259197" y="0"/>
                  </a:lnTo>
                  <a:cubicBezTo>
                    <a:pt x="5336032" y="0"/>
                    <a:pt x="5398389" y="62103"/>
                    <a:pt x="5398389" y="138811"/>
                  </a:cubicBezTo>
                  <a:lnTo>
                    <a:pt x="5381498" y="138811"/>
                  </a:lnTo>
                  <a:lnTo>
                    <a:pt x="5398389" y="138811"/>
                  </a:lnTo>
                  <a:lnTo>
                    <a:pt x="5398389" y="3796411"/>
                  </a:lnTo>
                  <a:lnTo>
                    <a:pt x="5381498" y="3796411"/>
                  </a:lnTo>
                  <a:lnTo>
                    <a:pt x="5398389" y="3796411"/>
                  </a:lnTo>
                  <a:cubicBezTo>
                    <a:pt x="5398389" y="3873119"/>
                    <a:pt x="5336032" y="3935222"/>
                    <a:pt x="5259197" y="3935222"/>
                  </a:cubicBezTo>
                  <a:lnTo>
                    <a:pt x="5259197" y="3918331"/>
                  </a:lnTo>
                  <a:lnTo>
                    <a:pt x="5259197" y="3935222"/>
                  </a:lnTo>
                  <a:lnTo>
                    <a:pt x="139192" y="3935222"/>
                  </a:lnTo>
                  <a:lnTo>
                    <a:pt x="139192" y="3918331"/>
                  </a:lnTo>
                  <a:lnTo>
                    <a:pt x="139192" y="3935222"/>
                  </a:lnTo>
                  <a:cubicBezTo>
                    <a:pt x="62357" y="3935349"/>
                    <a:pt x="0" y="3873119"/>
                    <a:pt x="0" y="3796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3796411"/>
                  </a:lnTo>
                  <a:lnTo>
                    <a:pt x="16891" y="3796411"/>
                  </a:lnTo>
                  <a:lnTo>
                    <a:pt x="33909" y="3796411"/>
                  </a:lnTo>
                  <a:cubicBezTo>
                    <a:pt x="33909" y="3854323"/>
                    <a:pt x="81026" y="3901440"/>
                    <a:pt x="139192" y="3901440"/>
                  </a:cubicBezTo>
                  <a:lnTo>
                    <a:pt x="5259197" y="3901440"/>
                  </a:lnTo>
                  <a:cubicBezTo>
                    <a:pt x="5317363" y="3901440"/>
                    <a:pt x="5364480" y="3854450"/>
                    <a:pt x="5364480" y="3796411"/>
                  </a:cubicBezTo>
                  <a:lnTo>
                    <a:pt x="5364480" y="138811"/>
                  </a:lnTo>
                  <a:cubicBezTo>
                    <a:pt x="5364480" y="80899"/>
                    <a:pt x="5317363" y="33782"/>
                    <a:pt x="5259197" y="33782"/>
                  </a:cubicBezTo>
                  <a:lnTo>
                    <a:pt x="139192" y="33782"/>
                  </a:lnTo>
                  <a:lnTo>
                    <a:pt x="139192" y="16891"/>
                  </a:lnTo>
                  <a:lnTo>
                    <a:pt x="139192" y="33909"/>
                  </a:lnTo>
                  <a:cubicBezTo>
                    <a:pt x="81026" y="33909"/>
                    <a:pt x="33909" y="80899"/>
                    <a:pt x="33909" y="138938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886183" y="1816103"/>
            <a:ext cx="3865883" cy="2951483"/>
            <a:chOff x="0" y="0"/>
            <a:chExt cx="5154511" cy="3935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120640">
                  <a:moveTo>
                    <a:pt x="0" y="121920"/>
                  </a:moveTo>
                  <a:cubicBezTo>
                    <a:pt x="0" y="54610"/>
                    <a:pt x="54737" y="0"/>
                    <a:pt x="122174" y="0"/>
                  </a:cubicBezTo>
                  <a:lnTo>
                    <a:pt x="4998466" y="0"/>
                  </a:lnTo>
                  <a:cubicBezTo>
                    <a:pt x="5065903" y="0"/>
                    <a:pt x="5120640" y="54610"/>
                    <a:pt x="5120640" y="121920"/>
                  </a:cubicBezTo>
                  <a:lnTo>
                    <a:pt x="5120640" y="3779520"/>
                  </a:lnTo>
                  <a:cubicBezTo>
                    <a:pt x="5120640" y="3846830"/>
                    <a:pt x="5065903" y="3901440"/>
                    <a:pt x="4998466" y="3901440"/>
                  </a:cubicBezTo>
                  <a:lnTo>
                    <a:pt x="122174" y="3901440"/>
                  </a:lnTo>
                  <a:cubicBezTo>
                    <a:pt x="54737" y="3901440"/>
                    <a:pt x="0" y="3846830"/>
                    <a:pt x="0" y="3779520"/>
                  </a:cubicBezTo>
                  <a:close/>
                </a:path>
              </a:pathLst>
            </a:custGeom>
            <a:solidFill>
              <a:srgbClr val="EDE8E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3935222"/>
            </a:xfrm>
            <a:custGeom>
              <a:avLst/>
              <a:gdLst/>
              <a:ahLst/>
              <a:cxnLst/>
              <a:rect r="r" b="b" t="t" l="l"/>
              <a:pathLst>
                <a:path h="3935222" w="5154422">
                  <a:moveTo>
                    <a:pt x="0" y="138811"/>
                  </a:moveTo>
                  <a:cubicBezTo>
                    <a:pt x="0" y="62103"/>
                    <a:pt x="62357" y="0"/>
                    <a:pt x="139065" y="0"/>
                  </a:cubicBezTo>
                  <a:lnTo>
                    <a:pt x="5015357" y="0"/>
                  </a:lnTo>
                  <a:lnTo>
                    <a:pt x="5015357" y="16891"/>
                  </a:lnTo>
                  <a:lnTo>
                    <a:pt x="5015357" y="0"/>
                  </a:lnTo>
                  <a:cubicBezTo>
                    <a:pt x="5092192" y="0"/>
                    <a:pt x="5154422" y="62103"/>
                    <a:pt x="5154422" y="138811"/>
                  </a:cubicBezTo>
                  <a:lnTo>
                    <a:pt x="5137531" y="138811"/>
                  </a:lnTo>
                  <a:lnTo>
                    <a:pt x="5154422" y="138811"/>
                  </a:lnTo>
                  <a:lnTo>
                    <a:pt x="5154422" y="3796411"/>
                  </a:lnTo>
                  <a:lnTo>
                    <a:pt x="5137531" y="3796411"/>
                  </a:lnTo>
                  <a:lnTo>
                    <a:pt x="5154422" y="3796411"/>
                  </a:lnTo>
                  <a:cubicBezTo>
                    <a:pt x="5154422" y="3873119"/>
                    <a:pt x="5092065" y="3935222"/>
                    <a:pt x="5015357" y="3935222"/>
                  </a:cubicBezTo>
                  <a:lnTo>
                    <a:pt x="5015357" y="3918331"/>
                  </a:lnTo>
                  <a:lnTo>
                    <a:pt x="5015357" y="3935222"/>
                  </a:lnTo>
                  <a:lnTo>
                    <a:pt x="139065" y="3935222"/>
                  </a:lnTo>
                  <a:lnTo>
                    <a:pt x="139065" y="3918331"/>
                  </a:lnTo>
                  <a:lnTo>
                    <a:pt x="139065" y="3935222"/>
                  </a:lnTo>
                  <a:cubicBezTo>
                    <a:pt x="62357" y="3935349"/>
                    <a:pt x="0" y="3873119"/>
                    <a:pt x="0" y="3796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3796411"/>
                  </a:lnTo>
                  <a:lnTo>
                    <a:pt x="16891" y="3796411"/>
                  </a:lnTo>
                  <a:lnTo>
                    <a:pt x="33909" y="3796411"/>
                  </a:lnTo>
                  <a:cubicBezTo>
                    <a:pt x="33909" y="3854323"/>
                    <a:pt x="81026" y="3901440"/>
                    <a:pt x="139192" y="3901440"/>
                  </a:cubicBezTo>
                  <a:lnTo>
                    <a:pt x="5015357" y="3901440"/>
                  </a:lnTo>
                  <a:cubicBezTo>
                    <a:pt x="5073523" y="3901440"/>
                    <a:pt x="5120640" y="3854450"/>
                    <a:pt x="5120640" y="3796411"/>
                  </a:cubicBezTo>
                  <a:lnTo>
                    <a:pt x="5120640" y="138811"/>
                  </a:lnTo>
                  <a:cubicBezTo>
                    <a:pt x="5120640" y="80899"/>
                    <a:pt x="5073523" y="33782"/>
                    <a:pt x="5015357" y="33782"/>
                  </a:cubicBezTo>
                  <a:lnTo>
                    <a:pt x="139065" y="33782"/>
                  </a:lnTo>
                  <a:lnTo>
                    <a:pt x="139065" y="16891"/>
                  </a:lnTo>
                  <a:lnTo>
                    <a:pt x="139065" y="33909"/>
                  </a:lnTo>
                  <a:cubicBezTo>
                    <a:pt x="80899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03303" y="2547623"/>
            <a:ext cx="4048763" cy="3134363"/>
            <a:chOff x="0" y="0"/>
            <a:chExt cx="5398351" cy="4179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607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607">
                  <a:moveTo>
                    <a:pt x="0" y="121920"/>
                  </a:moveTo>
                  <a:cubicBezTo>
                    <a:pt x="0" y="54610"/>
                    <a:pt x="54737" y="0"/>
                    <a:pt x="122174" y="0"/>
                  </a:cubicBezTo>
                  <a:lnTo>
                    <a:pt x="5242433" y="0"/>
                  </a:lnTo>
                  <a:cubicBezTo>
                    <a:pt x="5309870" y="0"/>
                    <a:pt x="5364607" y="54610"/>
                    <a:pt x="5364607" y="121920"/>
                  </a:cubicBezTo>
                  <a:lnTo>
                    <a:pt x="5364607" y="4023360"/>
                  </a:lnTo>
                  <a:cubicBezTo>
                    <a:pt x="5364607" y="4090670"/>
                    <a:pt x="5309870" y="4145280"/>
                    <a:pt x="5242433" y="4145280"/>
                  </a:cubicBezTo>
                  <a:lnTo>
                    <a:pt x="122174" y="4145280"/>
                  </a:lnTo>
                  <a:cubicBezTo>
                    <a:pt x="54737" y="4145280"/>
                    <a:pt x="0" y="4090670"/>
                    <a:pt x="0" y="4023360"/>
                  </a:cubicBez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389" cy="4179063"/>
            </a:xfrm>
            <a:custGeom>
              <a:avLst/>
              <a:gdLst/>
              <a:ahLst/>
              <a:cxnLst/>
              <a:rect r="r" b="b" t="t" l="l"/>
              <a:pathLst>
                <a:path h="4179063" w="5398389">
                  <a:moveTo>
                    <a:pt x="0" y="138811"/>
                  </a:moveTo>
                  <a:cubicBezTo>
                    <a:pt x="0" y="62103"/>
                    <a:pt x="62357" y="0"/>
                    <a:pt x="139065" y="0"/>
                  </a:cubicBezTo>
                  <a:lnTo>
                    <a:pt x="5259324" y="0"/>
                  </a:lnTo>
                  <a:lnTo>
                    <a:pt x="5259324" y="16891"/>
                  </a:lnTo>
                  <a:lnTo>
                    <a:pt x="5259324" y="0"/>
                  </a:lnTo>
                  <a:cubicBezTo>
                    <a:pt x="5336159" y="0"/>
                    <a:pt x="5398389" y="62103"/>
                    <a:pt x="5398389" y="138811"/>
                  </a:cubicBezTo>
                  <a:lnTo>
                    <a:pt x="5381498" y="138811"/>
                  </a:lnTo>
                  <a:lnTo>
                    <a:pt x="5398389" y="138811"/>
                  </a:lnTo>
                  <a:lnTo>
                    <a:pt x="5398389" y="4040251"/>
                  </a:lnTo>
                  <a:lnTo>
                    <a:pt x="5381498" y="4040251"/>
                  </a:lnTo>
                  <a:lnTo>
                    <a:pt x="5398389" y="4040251"/>
                  </a:lnTo>
                  <a:cubicBezTo>
                    <a:pt x="5398389" y="4116959"/>
                    <a:pt x="5336032" y="4179062"/>
                    <a:pt x="5259324" y="4179062"/>
                  </a:cubicBezTo>
                  <a:lnTo>
                    <a:pt x="5259324" y="4162171"/>
                  </a:lnTo>
                  <a:lnTo>
                    <a:pt x="5259324" y="4179062"/>
                  </a:lnTo>
                  <a:lnTo>
                    <a:pt x="139065" y="4179062"/>
                  </a:lnTo>
                  <a:lnTo>
                    <a:pt x="139065" y="4162171"/>
                  </a:lnTo>
                  <a:lnTo>
                    <a:pt x="139065" y="4179062"/>
                  </a:lnTo>
                  <a:cubicBezTo>
                    <a:pt x="62357" y="4179189"/>
                    <a:pt x="0" y="4116959"/>
                    <a:pt x="0" y="404025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4040251"/>
                  </a:lnTo>
                  <a:lnTo>
                    <a:pt x="16891" y="4040251"/>
                  </a:lnTo>
                  <a:lnTo>
                    <a:pt x="33909" y="4040251"/>
                  </a:lnTo>
                  <a:cubicBezTo>
                    <a:pt x="33909" y="4098163"/>
                    <a:pt x="81026" y="4145280"/>
                    <a:pt x="139065" y="4145280"/>
                  </a:cubicBezTo>
                  <a:lnTo>
                    <a:pt x="5259324" y="4145280"/>
                  </a:lnTo>
                  <a:cubicBezTo>
                    <a:pt x="5317490" y="4145280"/>
                    <a:pt x="5364480" y="4098290"/>
                    <a:pt x="5364480" y="4040251"/>
                  </a:cubicBezTo>
                  <a:lnTo>
                    <a:pt x="5364480" y="138811"/>
                  </a:lnTo>
                  <a:cubicBezTo>
                    <a:pt x="5364480" y="80899"/>
                    <a:pt x="5317363" y="33782"/>
                    <a:pt x="5259324" y="33782"/>
                  </a:cubicBezTo>
                  <a:lnTo>
                    <a:pt x="139065" y="33782"/>
                  </a:lnTo>
                  <a:lnTo>
                    <a:pt x="139065" y="16891"/>
                  </a:lnTo>
                  <a:lnTo>
                    <a:pt x="139065" y="33909"/>
                  </a:lnTo>
                  <a:cubicBezTo>
                    <a:pt x="80899" y="33909"/>
                    <a:pt x="33909" y="80899"/>
                    <a:pt x="33909" y="138938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37543" y="3462023"/>
            <a:ext cx="4231643" cy="2768603"/>
            <a:chOff x="0" y="0"/>
            <a:chExt cx="5642191" cy="36914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6083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608320">
                  <a:moveTo>
                    <a:pt x="0" y="121920"/>
                  </a:moveTo>
                  <a:cubicBezTo>
                    <a:pt x="0" y="54610"/>
                    <a:pt x="54737" y="0"/>
                    <a:pt x="122301" y="0"/>
                  </a:cubicBezTo>
                  <a:lnTo>
                    <a:pt x="5486019" y="0"/>
                  </a:lnTo>
                  <a:cubicBezTo>
                    <a:pt x="5553583" y="0"/>
                    <a:pt x="5608320" y="54610"/>
                    <a:pt x="5608320" y="121920"/>
                  </a:cubicBezTo>
                  <a:lnTo>
                    <a:pt x="5608320" y="3535680"/>
                  </a:lnTo>
                  <a:cubicBezTo>
                    <a:pt x="5608320" y="3602990"/>
                    <a:pt x="5553583" y="3657600"/>
                    <a:pt x="5486019" y="3657600"/>
                  </a:cubicBezTo>
                  <a:lnTo>
                    <a:pt x="122301" y="3657600"/>
                  </a:lnTo>
                  <a:cubicBezTo>
                    <a:pt x="54737" y="3657600"/>
                    <a:pt x="0" y="3602990"/>
                    <a:pt x="0" y="3535680"/>
                  </a:cubicBezTo>
                  <a:close/>
                </a:path>
              </a:pathLst>
            </a:custGeom>
            <a:solidFill>
              <a:srgbClr val="EEE8D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21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642102">
                  <a:moveTo>
                    <a:pt x="0" y="138811"/>
                  </a:moveTo>
                  <a:cubicBezTo>
                    <a:pt x="0" y="62103"/>
                    <a:pt x="62357" y="0"/>
                    <a:pt x="139192" y="0"/>
                  </a:cubicBezTo>
                  <a:lnTo>
                    <a:pt x="5502910" y="0"/>
                  </a:lnTo>
                  <a:lnTo>
                    <a:pt x="5502910" y="16891"/>
                  </a:lnTo>
                  <a:lnTo>
                    <a:pt x="5502910" y="0"/>
                  </a:lnTo>
                  <a:cubicBezTo>
                    <a:pt x="5579745" y="0"/>
                    <a:pt x="5642102" y="62103"/>
                    <a:pt x="5642102" y="138811"/>
                  </a:cubicBezTo>
                  <a:lnTo>
                    <a:pt x="5625211" y="138811"/>
                  </a:lnTo>
                  <a:lnTo>
                    <a:pt x="5642102" y="138811"/>
                  </a:lnTo>
                  <a:lnTo>
                    <a:pt x="5642102" y="3552571"/>
                  </a:lnTo>
                  <a:lnTo>
                    <a:pt x="5625211" y="3552571"/>
                  </a:lnTo>
                  <a:lnTo>
                    <a:pt x="5642102" y="3552571"/>
                  </a:lnTo>
                  <a:cubicBezTo>
                    <a:pt x="5642102" y="3629279"/>
                    <a:pt x="5579745" y="3691382"/>
                    <a:pt x="5502910" y="3691382"/>
                  </a:cubicBezTo>
                  <a:lnTo>
                    <a:pt x="5502910" y="3674491"/>
                  </a:lnTo>
                  <a:lnTo>
                    <a:pt x="5502910" y="3691382"/>
                  </a:lnTo>
                  <a:lnTo>
                    <a:pt x="139192" y="3691382"/>
                  </a:lnTo>
                  <a:lnTo>
                    <a:pt x="139192" y="3674491"/>
                  </a:lnTo>
                  <a:lnTo>
                    <a:pt x="139192" y="3691382"/>
                  </a:lnTo>
                  <a:cubicBezTo>
                    <a:pt x="62357" y="3691509"/>
                    <a:pt x="0" y="3629406"/>
                    <a:pt x="0" y="355257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3552571"/>
                  </a:lnTo>
                  <a:lnTo>
                    <a:pt x="16891" y="3552571"/>
                  </a:lnTo>
                  <a:lnTo>
                    <a:pt x="33909" y="3552571"/>
                  </a:lnTo>
                  <a:cubicBezTo>
                    <a:pt x="33909" y="3610483"/>
                    <a:pt x="81026" y="3657600"/>
                    <a:pt x="139319" y="3657600"/>
                  </a:cubicBezTo>
                  <a:lnTo>
                    <a:pt x="5502910" y="3657600"/>
                  </a:lnTo>
                  <a:cubicBezTo>
                    <a:pt x="5561203" y="3657600"/>
                    <a:pt x="5608320" y="3610610"/>
                    <a:pt x="5608320" y="3552571"/>
                  </a:cubicBezTo>
                  <a:lnTo>
                    <a:pt x="5608320" y="138811"/>
                  </a:lnTo>
                  <a:cubicBezTo>
                    <a:pt x="5608320" y="80899"/>
                    <a:pt x="5561203" y="33782"/>
                    <a:pt x="5502910" y="33782"/>
                  </a:cubicBezTo>
                  <a:lnTo>
                    <a:pt x="139192" y="33782"/>
                  </a:lnTo>
                  <a:lnTo>
                    <a:pt x="139192" y="16891"/>
                  </a:lnTo>
                  <a:lnTo>
                    <a:pt x="139192" y="33909"/>
                  </a:lnTo>
                  <a:cubicBezTo>
                    <a:pt x="80899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86183" y="4559303"/>
            <a:ext cx="3683003" cy="3683003"/>
            <a:chOff x="0" y="0"/>
            <a:chExt cx="4910671" cy="4910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754880" y="0"/>
                  </a:lnTo>
                  <a:cubicBezTo>
                    <a:pt x="4822190" y="0"/>
                    <a:pt x="4876800" y="54610"/>
                    <a:pt x="4876800" y="121920"/>
                  </a:cubicBezTo>
                  <a:lnTo>
                    <a:pt x="4876800" y="4754880"/>
                  </a:lnTo>
                  <a:cubicBezTo>
                    <a:pt x="4876800" y="4822190"/>
                    <a:pt x="4822190" y="4876800"/>
                    <a:pt x="4754880" y="4876800"/>
                  </a:cubicBezTo>
                  <a:lnTo>
                    <a:pt x="121920" y="4876800"/>
                  </a:lnTo>
                  <a:cubicBezTo>
                    <a:pt x="54610" y="4876800"/>
                    <a:pt x="0" y="4822190"/>
                    <a:pt x="0" y="4754880"/>
                  </a:cubicBezTo>
                  <a:close/>
                </a:path>
              </a:pathLst>
            </a:custGeom>
            <a:solidFill>
              <a:srgbClr val="F5F0E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105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491058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4771771" y="0"/>
                  </a:lnTo>
                  <a:lnTo>
                    <a:pt x="4771771" y="16891"/>
                  </a:lnTo>
                  <a:lnTo>
                    <a:pt x="4771771" y="0"/>
                  </a:lnTo>
                  <a:cubicBezTo>
                    <a:pt x="4848479" y="0"/>
                    <a:pt x="4910582" y="62230"/>
                    <a:pt x="4910582" y="138811"/>
                  </a:cubicBezTo>
                  <a:lnTo>
                    <a:pt x="4893691" y="138811"/>
                  </a:lnTo>
                  <a:lnTo>
                    <a:pt x="4910582" y="138811"/>
                  </a:lnTo>
                  <a:lnTo>
                    <a:pt x="4910582" y="4771771"/>
                  </a:lnTo>
                  <a:lnTo>
                    <a:pt x="4893691" y="4771771"/>
                  </a:lnTo>
                  <a:lnTo>
                    <a:pt x="4910582" y="4771771"/>
                  </a:lnTo>
                  <a:cubicBezTo>
                    <a:pt x="4910582" y="4848479"/>
                    <a:pt x="4848352" y="4910582"/>
                    <a:pt x="4771771" y="4910582"/>
                  </a:cubicBezTo>
                  <a:lnTo>
                    <a:pt x="4771771" y="4893691"/>
                  </a:lnTo>
                  <a:lnTo>
                    <a:pt x="4771771" y="4910582"/>
                  </a:lnTo>
                  <a:lnTo>
                    <a:pt x="138811" y="4910582"/>
                  </a:lnTo>
                  <a:lnTo>
                    <a:pt x="138811" y="4893691"/>
                  </a:lnTo>
                  <a:lnTo>
                    <a:pt x="138811" y="4910582"/>
                  </a:lnTo>
                  <a:cubicBezTo>
                    <a:pt x="62230" y="4910709"/>
                    <a:pt x="0" y="4848479"/>
                    <a:pt x="0" y="477177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4771771"/>
                  </a:lnTo>
                  <a:lnTo>
                    <a:pt x="16891" y="4771771"/>
                  </a:lnTo>
                  <a:lnTo>
                    <a:pt x="33909" y="4771771"/>
                  </a:lnTo>
                  <a:cubicBezTo>
                    <a:pt x="33909" y="4829810"/>
                    <a:pt x="80899" y="4876800"/>
                    <a:pt x="138938" y="4876800"/>
                  </a:cubicBezTo>
                  <a:lnTo>
                    <a:pt x="4771898" y="4876800"/>
                  </a:lnTo>
                  <a:cubicBezTo>
                    <a:pt x="4829937" y="4876800"/>
                    <a:pt x="4876927" y="4829810"/>
                    <a:pt x="4876927" y="4771771"/>
                  </a:cubicBezTo>
                  <a:lnTo>
                    <a:pt x="4876927" y="138811"/>
                  </a:lnTo>
                  <a:cubicBezTo>
                    <a:pt x="4876927" y="80772"/>
                    <a:pt x="4829937" y="33782"/>
                    <a:pt x="4771898" y="33782"/>
                  </a:cubicBezTo>
                  <a:lnTo>
                    <a:pt x="138811" y="33782"/>
                  </a:ln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C8C0B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642599" y="-12697"/>
            <a:ext cx="5658107" cy="10312403"/>
            <a:chOff x="0" y="0"/>
            <a:chExt cx="7544143" cy="137498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102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07820">
                <a:alpha val="7451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440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13732890"/>
                  </a:lnTo>
                  <a:cubicBezTo>
                    <a:pt x="7544054" y="13742290"/>
                    <a:pt x="7536434" y="13749782"/>
                    <a:pt x="75271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527163" y="13716000"/>
                  </a:lnTo>
                  <a:lnTo>
                    <a:pt x="7527163" y="13732890"/>
                  </a:lnTo>
                  <a:lnTo>
                    <a:pt x="7510272" y="13732890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7820">
                <a:alpha val="7451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E55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824" y="694944"/>
            <a:ext cx="10972800" cy="1133856"/>
            <a:chOff x="0" y="0"/>
            <a:chExt cx="14630400" cy="1511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46304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Core Problem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2103120"/>
            <a:ext cx="10972800" cy="512064"/>
            <a:chOff x="0" y="0"/>
            <a:chExt cx="146304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463040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E55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SAME STORY — THREE FILE FORMATS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2084" y="2756916"/>
            <a:ext cx="10799064" cy="1435608"/>
            <a:chOff x="0" y="0"/>
            <a:chExt cx="14398752" cy="1914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30480" y="30480"/>
              <a:ext cx="14337792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337792">
                  <a:moveTo>
                    <a:pt x="0" y="243840"/>
                  </a:moveTo>
                  <a:cubicBezTo>
                    <a:pt x="0" y="109220"/>
                    <a:pt x="112268" y="0"/>
                    <a:pt x="250825" y="0"/>
                  </a:cubicBezTo>
                  <a:lnTo>
                    <a:pt x="14086967" y="0"/>
                  </a:lnTo>
                  <a:cubicBezTo>
                    <a:pt x="14225524" y="0"/>
                    <a:pt x="14337792" y="109220"/>
                    <a:pt x="14337792" y="243840"/>
                  </a:cubicBezTo>
                  <a:lnTo>
                    <a:pt x="14337792" y="1609344"/>
                  </a:lnTo>
                  <a:cubicBezTo>
                    <a:pt x="14337792" y="1743964"/>
                    <a:pt x="14225524" y="1853184"/>
                    <a:pt x="14086967" y="1853184"/>
                  </a:cubicBezTo>
                  <a:lnTo>
                    <a:pt x="250825" y="1853184"/>
                  </a:lnTo>
                  <a:cubicBezTo>
                    <a:pt x="112268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398752" cy="1914144"/>
            </a:xfrm>
            <a:custGeom>
              <a:avLst/>
              <a:gdLst/>
              <a:ahLst/>
              <a:cxnLst/>
              <a:rect r="r" b="b" t="t" l="l"/>
              <a:pathLst>
                <a:path h="1914144" w="14398752">
                  <a:moveTo>
                    <a:pt x="0" y="274320"/>
                  </a:moveTo>
                  <a:cubicBezTo>
                    <a:pt x="0" y="122047"/>
                    <a:pt x="126746" y="0"/>
                    <a:pt x="281305" y="0"/>
                  </a:cubicBezTo>
                  <a:lnTo>
                    <a:pt x="14117447" y="0"/>
                  </a:lnTo>
                  <a:lnTo>
                    <a:pt x="14117447" y="30480"/>
                  </a:lnTo>
                  <a:lnTo>
                    <a:pt x="14117447" y="0"/>
                  </a:lnTo>
                  <a:cubicBezTo>
                    <a:pt x="14272006" y="0"/>
                    <a:pt x="14398752" y="122047"/>
                    <a:pt x="14398752" y="274320"/>
                  </a:cubicBezTo>
                  <a:lnTo>
                    <a:pt x="14368272" y="274320"/>
                  </a:lnTo>
                  <a:lnTo>
                    <a:pt x="14398752" y="274320"/>
                  </a:lnTo>
                  <a:lnTo>
                    <a:pt x="14398752" y="1639824"/>
                  </a:lnTo>
                  <a:lnTo>
                    <a:pt x="14368272" y="1639824"/>
                  </a:lnTo>
                  <a:lnTo>
                    <a:pt x="14398752" y="1639824"/>
                  </a:lnTo>
                  <a:cubicBezTo>
                    <a:pt x="14398752" y="1792097"/>
                    <a:pt x="14272006" y="1914144"/>
                    <a:pt x="14117447" y="1914144"/>
                  </a:cubicBezTo>
                  <a:lnTo>
                    <a:pt x="14117447" y="1883664"/>
                  </a:lnTo>
                  <a:lnTo>
                    <a:pt x="14117447" y="1914144"/>
                  </a:lnTo>
                  <a:lnTo>
                    <a:pt x="281305" y="1914144"/>
                  </a:lnTo>
                  <a:lnTo>
                    <a:pt x="281305" y="1883664"/>
                  </a:lnTo>
                  <a:lnTo>
                    <a:pt x="281305" y="1914144"/>
                  </a:lnTo>
                  <a:cubicBezTo>
                    <a:pt x="126746" y="1914144"/>
                    <a:pt x="0" y="1792097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6918"/>
                    <a:pt x="158750" y="1853184"/>
                    <a:pt x="281305" y="1853184"/>
                  </a:cubicBezTo>
                  <a:lnTo>
                    <a:pt x="14117447" y="1853184"/>
                  </a:lnTo>
                  <a:cubicBezTo>
                    <a:pt x="14239875" y="1853184"/>
                    <a:pt x="14337792" y="1756918"/>
                    <a:pt x="14337792" y="1639824"/>
                  </a:cubicBezTo>
                  <a:lnTo>
                    <a:pt x="14337792" y="274320"/>
                  </a:lnTo>
                  <a:cubicBezTo>
                    <a:pt x="14337792" y="157226"/>
                    <a:pt x="14240002" y="60960"/>
                    <a:pt x="14117447" y="60960"/>
                  </a:cubicBezTo>
                  <a:lnTo>
                    <a:pt x="281305" y="60960"/>
                  </a:lnTo>
                  <a:lnTo>
                    <a:pt x="281305" y="30480"/>
                  </a:lnTo>
                  <a:lnTo>
                    <a:pt x="281305" y="60960"/>
                  </a:lnTo>
                  <a:cubicBezTo>
                    <a:pt x="158750" y="60960"/>
                    <a:pt x="60960" y="157226"/>
                    <a:pt x="60960" y="27432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3145536"/>
            <a:ext cx="841248" cy="694944"/>
            <a:chOff x="0" y="0"/>
            <a:chExt cx="1121664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1664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9" t="0" r="-5598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121664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📄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65376" y="2962656"/>
            <a:ext cx="5120640" cy="548640"/>
            <a:chOff x="0" y="0"/>
            <a:chExt cx="6827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frankenstein.txt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65376" y="3547872"/>
            <a:ext cx="5120640" cy="475488"/>
            <a:chOff x="0" y="0"/>
            <a:chExt cx="682752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275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Score: +0.42 → positive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02503" y="3096263"/>
            <a:ext cx="3902459" cy="683771"/>
            <a:chOff x="0" y="0"/>
            <a:chExt cx="5203279" cy="91169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195072"/>
                  </a:moveTo>
                  <a:cubicBezTo>
                    <a:pt x="0" y="87376"/>
                    <a:pt x="90170" y="0"/>
                    <a:pt x="201295" y="0"/>
                  </a:cubicBezTo>
                  <a:lnTo>
                    <a:pt x="4968113" y="0"/>
                  </a:lnTo>
                  <a:cubicBezTo>
                    <a:pt x="5079238" y="0"/>
                    <a:pt x="5169408" y="87376"/>
                    <a:pt x="5169408" y="195072"/>
                  </a:cubicBezTo>
                  <a:lnTo>
                    <a:pt x="5169408" y="682752"/>
                  </a:lnTo>
                  <a:cubicBezTo>
                    <a:pt x="5169408" y="790448"/>
                    <a:pt x="5079238" y="877824"/>
                    <a:pt x="4968113" y="877824"/>
                  </a:cubicBezTo>
                  <a:lnTo>
                    <a:pt x="201295" y="877824"/>
                  </a:lnTo>
                  <a:cubicBezTo>
                    <a:pt x="90170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0D9488">
                <a:alpha val="1961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03190" cy="911606"/>
            </a:xfrm>
            <a:custGeom>
              <a:avLst/>
              <a:gdLst/>
              <a:ahLst/>
              <a:cxnLst/>
              <a:rect r="r" b="b" t="t" l="l"/>
              <a:pathLst>
                <a:path h="911606" w="5203190">
                  <a:moveTo>
                    <a:pt x="0" y="211963"/>
                  </a:moveTo>
                  <a:cubicBezTo>
                    <a:pt x="0" y="94361"/>
                    <a:pt x="98171" y="0"/>
                    <a:pt x="218186" y="0"/>
                  </a:cubicBezTo>
                  <a:lnTo>
                    <a:pt x="4985004" y="0"/>
                  </a:lnTo>
                  <a:lnTo>
                    <a:pt x="4985004" y="16891"/>
                  </a:lnTo>
                  <a:lnTo>
                    <a:pt x="4985004" y="0"/>
                  </a:lnTo>
                  <a:cubicBezTo>
                    <a:pt x="5105019" y="0"/>
                    <a:pt x="5203190" y="94361"/>
                    <a:pt x="5203190" y="211963"/>
                  </a:cubicBezTo>
                  <a:lnTo>
                    <a:pt x="5186299" y="211963"/>
                  </a:lnTo>
                  <a:lnTo>
                    <a:pt x="5203190" y="211963"/>
                  </a:lnTo>
                  <a:lnTo>
                    <a:pt x="5203190" y="699643"/>
                  </a:lnTo>
                  <a:lnTo>
                    <a:pt x="5186299" y="699643"/>
                  </a:lnTo>
                  <a:lnTo>
                    <a:pt x="5203190" y="699643"/>
                  </a:lnTo>
                  <a:cubicBezTo>
                    <a:pt x="5203190" y="817245"/>
                    <a:pt x="5105019" y="911606"/>
                    <a:pt x="4985004" y="911606"/>
                  </a:cubicBezTo>
                  <a:lnTo>
                    <a:pt x="4985004" y="894715"/>
                  </a:lnTo>
                  <a:lnTo>
                    <a:pt x="4985004" y="911606"/>
                  </a:lnTo>
                  <a:lnTo>
                    <a:pt x="218186" y="911606"/>
                  </a:lnTo>
                  <a:lnTo>
                    <a:pt x="218186" y="894715"/>
                  </a:lnTo>
                  <a:lnTo>
                    <a:pt x="218186" y="911606"/>
                  </a:lnTo>
                  <a:cubicBezTo>
                    <a:pt x="98171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951" y="877824"/>
                    <a:pt x="218313" y="877824"/>
                  </a:cubicBezTo>
                  <a:lnTo>
                    <a:pt x="4985004" y="877824"/>
                  </a:lnTo>
                  <a:cubicBezTo>
                    <a:pt x="5087366" y="877824"/>
                    <a:pt x="5169408" y="797560"/>
                    <a:pt x="5169408" y="699643"/>
                  </a:cubicBezTo>
                  <a:lnTo>
                    <a:pt x="5169408" y="211963"/>
                  </a:lnTo>
                  <a:cubicBezTo>
                    <a:pt x="5169408" y="114046"/>
                    <a:pt x="5087366" y="33782"/>
                    <a:pt x="4985004" y="33782"/>
                  </a:cubicBezTo>
                  <a:lnTo>
                    <a:pt x="218186" y="33782"/>
                  </a:lnTo>
                  <a:lnTo>
                    <a:pt x="218186" y="16891"/>
                  </a:lnTo>
                  <a:lnTo>
                    <a:pt x="218186" y="33909"/>
                  </a:lnTo>
                  <a:cubicBezTo>
                    <a:pt x="115951" y="33909"/>
                    <a:pt x="33909" y="114173"/>
                    <a:pt x="33909" y="211963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0" y="3108960"/>
            <a:ext cx="3877056" cy="658368"/>
            <a:chOff x="0" y="0"/>
            <a:chExt cx="5169408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5169408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+0.42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2084" y="4366260"/>
            <a:ext cx="10799064" cy="1435608"/>
            <a:chOff x="0" y="0"/>
            <a:chExt cx="14398752" cy="19141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30480" y="30480"/>
              <a:ext cx="14337792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337792">
                  <a:moveTo>
                    <a:pt x="0" y="243840"/>
                  </a:moveTo>
                  <a:cubicBezTo>
                    <a:pt x="0" y="109220"/>
                    <a:pt x="112268" y="0"/>
                    <a:pt x="250825" y="0"/>
                  </a:cubicBezTo>
                  <a:lnTo>
                    <a:pt x="14086967" y="0"/>
                  </a:lnTo>
                  <a:cubicBezTo>
                    <a:pt x="14225524" y="0"/>
                    <a:pt x="14337792" y="109220"/>
                    <a:pt x="14337792" y="243840"/>
                  </a:cubicBezTo>
                  <a:lnTo>
                    <a:pt x="14337792" y="1609344"/>
                  </a:lnTo>
                  <a:cubicBezTo>
                    <a:pt x="14337792" y="1743964"/>
                    <a:pt x="14225524" y="1853184"/>
                    <a:pt x="14086967" y="1853184"/>
                  </a:cubicBezTo>
                  <a:lnTo>
                    <a:pt x="250825" y="1853184"/>
                  </a:lnTo>
                  <a:cubicBezTo>
                    <a:pt x="112268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398752" cy="1914144"/>
            </a:xfrm>
            <a:custGeom>
              <a:avLst/>
              <a:gdLst/>
              <a:ahLst/>
              <a:cxnLst/>
              <a:rect r="r" b="b" t="t" l="l"/>
              <a:pathLst>
                <a:path h="1914144" w="14398752">
                  <a:moveTo>
                    <a:pt x="0" y="274320"/>
                  </a:moveTo>
                  <a:cubicBezTo>
                    <a:pt x="0" y="122047"/>
                    <a:pt x="126746" y="0"/>
                    <a:pt x="281305" y="0"/>
                  </a:cubicBezTo>
                  <a:lnTo>
                    <a:pt x="14117447" y="0"/>
                  </a:lnTo>
                  <a:lnTo>
                    <a:pt x="14117447" y="30480"/>
                  </a:lnTo>
                  <a:lnTo>
                    <a:pt x="14117447" y="0"/>
                  </a:lnTo>
                  <a:cubicBezTo>
                    <a:pt x="14272006" y="0"/>
                    <a:pt x="14398752" y="122047"/>
                    <a:pt x="14398752" y="274320"/>
                  </a:cubicBezTo>
                  <a:lnTo>
                    <a:pt x="14368272" y="274320"/>
                  </a:lnTo>
                  <a:lnTo>
                    <a:pt x="14398752" y="274320"/>
                  </a:lnTo>
                  <a:lnTo>
                    <a:pt x="14398752" y="1639824"/>
                  </a:lnTo>
                  <a:lnTo>
                    <a:pt x="14368272" y="1639824"/>
                  </a:lnTo>
                  <a:lnTo>
                    <a:pt x="14398752" y="1639824"/>
                  </a:lnTo>
                  <a:cubicBezTo>
                    <a:pt x="14398752" y="1792097"/>
                    <a:pt x="14272006" y="1914144"/>
                    <a:pt x="14117447" y="1914144"/>
                  </a:cubicBezTo>
                  <a:lnTo>
                    <a:pt x="14117447" y="1883664"/>
                  </a:lnTo>
                  <a:lnTo>
                    <a:pt x="14117447" y="1914144"/>
                  </a:lnTo>
                  <a:lnTo>
                    <a:pt x="281305" y="1914144"/>
                  </a:lnTo>
                  <a:lnTo>
                    <a:pt x="281305" y="1883664"/>
                  </a:lnTo>
                  <a:lnTo>
                    <a:pt x="281305" y="1914144"/>
                  </a:lnTo>
                  <a:cubicBezTo>
                    <a:pt x="126746" y="1914144"/>
                    <a:pt x="0" y="1792097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6918"/>
                    <a:pt x="158750" y="1853184"/>
                    <a:pt x="281305" y="1853184"/>
                  </a:cubicBezTo>
                  <a:lnTo>
                    <a:pt x="14117447" y="1853184"/>
                  </a:lnTo>
                  <a:cubicBezTo>
                    <a:pt x="14239875" y="1853184"/>
                    <a:pt x="14337792" y="1756918"/>
                    <a:pt x="14337792" y="1639824"/>
                  </a:cubicBezTo>
                  <a:lnTo>
                    <a:pt x="14337792" y="274320"/>
                  </a:lnTo>
                  <a:cubicBezTo>
                    <a:pt x="14337792" y="157226"/>
                    <a:pt x="14240002" y="60960"/>
                    <a:pt x="14117447" y="60960"/>
                  </a:cubicBezTo>
                  <a:lnTo>
                    <a:pt x="281305" y="60960"/>
                  </a:lnTo>
                  <a:lnTo>
                    <a:pt x="281305" y="30480"/>
                  </a:lnTo>
                  <a:lnTo>
                    <a:pt x="281305" y="60960"/>
                  </a:lnTo>
                  <a:cubicBezTo>
                    <a:pt x="158750" y="60960"/>
                    <a:pt x="60960" y="157226"/>
                    <a:pt x="60960" y="274320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4754880"/>
            <a:ext cx="841248" cy="694944"/>
            <a:chOff x="0" y="0"/>
            <a:chExt cx="1121664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1664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9" t="0" r="-5598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121664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📕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65376" y="4572000"/>
            <a:ext cx="5120640" cy="548640"/>
            <a:chOff x="0" y="0"/>
            <a:chExt cx="682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frankenstein.pdf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865376" y="5157216"/>
            <a:ext cx="5120640" cy="475488"/>
            <a:chOff x="0" y="0"/>
            <a:chExt cx="682752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275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Score: −0.18 → negative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302503" y="4705607"/>
            <a:ext cx="3902459" cy="683771"/>
            <a:chOff x="0" y="0"/>
            <a:chExt cx="5203279" cy="9116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195072"/>
                  </a:moveTo>
                  <a:cubicBezTo>
                    <a:pt x="0" y="87376"/>
                    <a:pt x="90170" y="0"/>
                    <a:pt x="201295" y="0"/>
                  </a:cubicBezTo>
                  <a:lnTo>
                    <a:pt x="4968113" y="0"/>
                  </a:lnTo>
                  <a:cubicBezTo>
                    <a:pt x="5079238" y="0"/>
                    <a:pt x="5169408" y="87376"/>
                    <a:pt x="5169408" y="195072"/>
                  </a:cubicBezTo>
                  <a:lnTo>
                    <a:pt x="5169408" y="682752"/>
                  </a:lnTo>
                  <a:cubicBezTo>
                    <a:pt x="5169408" y="790448"/>
                    <a:pt x="5079238" y="877824"/>
                    <a:pt x="4968113" y="877824"/>
                  </a:cubicBezTo>
                  <a:lnTo>
                    <a:pt x="201295" y="877824"/>
                  </a:lnTo>
                  <a:cubicBezTo>
                    <a:pt x="90170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E55A3A">
                <a:alpha val="1961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03190" cy="911606"/>
            </a:xfrm>
            <a:custGeom>
              <a:avLst/>
              <a:gdLst/>
              <a:ahLst/>
              <a:cxnLst/>
              <a:rect r="r" b="b" t="t" l="l"/>
              <a:pathLst>
                <a:path h="911606" w="5203190">
                  <a:moveTo>
                    <a:pt x="0" y="211963"/>
                  </a:moveTo>
                  <a:cubicBezTo>
                    <a:pt x="0" y="94361"/>
                    <a:pt x="98171" y="0"/>
                    <a:pt x="218186" y="0"/>
                  </a:cubicBezTo>
                  <a:lnTo>
                    <a:pt x="4985004" y="0"/>
                  </a:lnTo>
                  <a:lnTo>
                    <a:pt x="4985004" y="16891"/>
                  </a:lnTo>
                  <a:lnTo>
                    <a:pt x="4985004" y="0"/>
                  </a:lnTo>
                  <a:cubicBezTo>
                    <a:pt x="5105019" y="0"/>
                    <a:pt x="5203190" y="94361"/>
                    <a:pt x="5203190" y="211963"/>
                  </a:cubicBezTo>
                  <a:lnTo>
                    <a:pt x="5186299" y="211963"/>
                  </a:lnTo>
                  <a:lnTo>
                    <a:pt x="5203190" y="211963"/>
                  </a:lnTo>
                  <a:lnTo>
                    <a:pt x="5203190" y="699643"/>
                  </a:lnTo>
                  <a:lnTo>
                    <a:pt x="5186299" y="699643"/>
                  </a:lnTo>
                  <a:lnTo>
                    <a:pt x="5203190" y="699643"/>
                  </a:lnTo>
                  <a:cubicBezTo>
                    <a:pt x="5203190" y="817245"/>
                    <a:pt x="5105019" y="911606"/>
                    <a:pt x="4985004" y="911606"/>
                  </a:cubicBezTo>
                  <a:lnTo>
                    <a:pt x="4985004" y="894715"/>
                  </a:lnTo>
                  <a:lnTo>
                    <a:pt x="4985004" y="911606"/>
                  </a:lnTo>
                  <a:lnTo>
                    <a:pt x="218186" y="911606"/>
                  </a:lnTo>
                  <a:lnTo>
                    <a:pt x="218186" y="894715"/>
                  </a:lnTo>
                  <a:lnTo>
                    <a:pt x="218186" y="911606"/>
                  </a:lnTo>
                  <a:cubicBezTo>
                    <a:pt x="98171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951" y="877824"/>
                    <a:pt x="218313" y="877824"/>
                  </a:cubicBezTo>
                  <a:lnTo>
                    <a:pt x="4985004" y="877824"/>
                  </a:lnTo>
                  <a:cubicBezTo>
                    <a:pt x="5087366" y="877824"/>
                    <a:pt x="5169408" y="797560"/>
                    <a:pt x="5169408" y="699643"/>
                  </a:cubicBezTo>
                  <a:lnTo>
                    <a:pt x="5169408" y="211963"/>
                  </a:lnTo>
                  <a:cubicBezTo>
                    <a:pt x="5169408" y="114046"/>
                    <a:pt x="5087366" y="33782"/>
                    <a:pt x="4985004" y="33782"/>
                  </a:cubicBezTo>
                  <a:lnTo>
                    <a:pt x="218186" y="33782"/>
                  </a:lnTo>
                  <a:lnTo>
                    <a:pt x="218186" y="16891"/>
                  </a:lnTo>
                  <a:lnTo>
                    <a:pt x="218186" y="33909"/>
                  </a:lnTo>
                  <a:cubicBezTo>
                    <a:pt x="115951" y="33909"/>
                    <a:pt x="33909" y="114173"/>
                    <a:pt x="33909" y="211963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315200" y="4718304"/>
            <a:ext cx="3877056" cy="658368"/>
            <a:chOff x="0" y="0"/>
            <a:chExt cx="5169408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5169408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55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−0.18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72084" y="5975604"/>
            <a:ext cx="10799064" cy="1435608"/>
            <a:chOff x="0" y="0"/>
            <a:chExt cx="14398752" cy="19141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30480" y="30480"/>
              <a:ext cx="14337792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337792">
                  <a:moveTo>
                    <a:pt x="0" y="243840"/>
                  </a:moveTo>
                  <a:cubicBezTo>
                    <a:pt x="0" y="109220"/>
                    <a:pt x="112268" y="0"/>
                    <a:pt x="250825" y="0"/>
                  </a:cubicBezTo>
                  <a:lnTo>
                    <a:pt x="14086967" y="0"/>
                  </a:lnTo>
                  <a:cubicBezTo>
                    <a:pt x="14225524" y="0"/>
                    <a:pt x="14337792" y="109220"/>
                    <a:pt x="14337792" y="243840"/>
                  </a:cubicBezTo>
                  <a:lnTo>
                    <a:pt x="14337792" y="1609344"/>
                  </a:lnTo>
                  <a:cubicBezTo>
                    <a:pt x="14337792" y="1743964"/>
                    <a:pt x="14225524" y="1853184"/>
                    <a:pt x="14086967" y="1853184"/>
                  </a:cubicBezTo>
                  <a:lnTo>
                    <a:pt x="250825" y="1853184"/>
                  </a:lnTo>
                  <a:cubicBezTo>
                    <a:pt x="112268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398752" cy="1914144"/>
            </a:xfrm>
            <a:custGeom>
              <a:avLst/>
              <a:gdLst/>
              <a:ahLst/>
              <a:cxnLst/>
              <a:rect r="r" b="b" t="t" l="l"/>
              <a:pathLst>
                <a:path h="1914144" w="14398752">
                  <a:moveTo>
                    <a:pt x="0" y="274320"/>
                  </a:moveTo>
                  <a:cubicBezTo>
                    <a:pt x="0" y="122047"/>
                    <a:pt x="126746" y="0"/>
                    <a:pt x="281305" y="0"/>
                  </a:cubicBezTo>
                  <a:lnTo>
                    <a:pt x="14117447" y="0"/>
                  </a:lnTo>
                  <a:lnTo>
                    <a:pt x="14117447" y="30480"/>
                  </a:lnTo>
                  <a:lnTo>
                    <a:pt x="14117447" y="0"/>
                  </a:lnTo>
                  <a:cubicBezTo>
                    <a:pt x="14272006" y="0"/>
                    <a:pt x="14398752" y="122047"/>
                    <a:pt x="14398752" y="274320"/>
                  </a:cubicBezTo>
                  <a:lnTo>
                    <a:pt x="14368272" y="274320"/>
                  </a:lnTo>
                  <a:lnTo>
                    <a:pt x="14398752" y="274320"/>
                  </a:lnTo>
                  <a:lnTo>
                    <a:pt x="14398752" y="1639824"/>
                  </a:lnTo>
                  <a:lnTo>
                    <a:pt x="14368272" y="1639824"/>
                  </a:lnTo>
                  <a:lnTo>
                    <a:pt x="14398752" y="1639824"/>
                  </a:lnTo>
                  <a:cubicBezTo>
                    <a:pt x="14398752" y="1792097"/>
                    <a:pt x="14272006" y="1914144"/>
                    <a:pt x="14117447" y="1914144"/>
                  </a:cubicBezTo>
                  <a:lnTo>
                    <a:pt x="14117447" y="1883664"/>
                  </a:lnTo>
                  <a:lnTo>
                    <a:pt x="14117447" y="1914144"/>
                  </a:lnTo>
                  <a:lnTo>
                    <a:pt x="281305" y="1914144"/>
                  </a:lnTo>
                  <a:lnTo>
                    <a:pt x="281305" y="1883664"/>
                  </a:lnTo>
                  <a:lnTo>
                    <a:pt x="281305" y="1914144"/>
                  </a:lnTo>
                  <a:cubicBezTo>
                    <a:pt x="126746" y="1914144"/>
                    <a:pt x="0" y="1792097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6918"/>
                    <a:pt x="158750" y="1853184"/>
                    <a:pt x="281305" y="1853184"/>
                  </a:cubicBezTo>
                  <a:lnTo>
                    <a:pt x="14117447" y="1853184"/>
                  </a:lnTo>
                  <a:cubicBezTo>
                    <a:pt x="14239875" y="1853184"/>
                    <a:pt x="14337792" y="1756918"/>
                    <a:pt x="14337792" y="1639824"/>
                  </a:cubicBezTo>
                  <a:lnTo>
                    <a:pt x="14337792" y="274320"/>
                  </a:lnTo>
                  <a:cubicBezTo>
                    <a:pt x="14337792" y="157226"/>
                    <a:pt x="14240002" y="60960"/>
                    <a:pt x="14117447" y="60960"/>
                  </a:cubicBezTo>
                  <a:lnTo>
                    <a:pt x="281305" y="60960"/>
                  </a:lnTo>
                  <a:lnTo>
                    <a:pt x="281305" y="30480"/>
                  </a:lnTo>
                  <a:lnTo>
                    <a:pt x="281305" y="60960"/>
                  </a:lnTo>
                  <a:cubicBezTo>
                    <a:pt x="158750" y="60960"/>
                    <a:pt x="60960" y="157226"/>
                    <a:pt x="60960" y="2743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14400" y="6364224"/>
            <a:ext cx="841248" cy="694944"/>
            <a:chOff x="0" y="0"/>
            <a:chExt cx="1121664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1664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9" t="0" r="-5598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1121664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🖼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865376" y="6181344"/>
            <a:ext cx="5120640" cy="548640"/>
            <a:chOff x="0" y="0"/>
            <a:chExt cx="6827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frankenstein.jpg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865376" y="6766560"/>
            <a:ext cx="5120640" cy="475488"/>
            <a:chOff x="0" y="0"/>
            <a:chExt cx="682752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633984"/>
            </a:xfrm>
            <a:custGeom>
              <a:avLst/>
              <a:gdLst/>
              <a:ahLst/>
              <a:cxnLst/>
              <a:rect r="r" b="b" t="t" l="l"/>
              <a:pathLst>
                <a:path h="6339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8275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Score: +0.71 → strongly positive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02503" y="6314951"/>
            <a:ext cx="3902459" cy="683771"/>
            <a:chOff x="0" y="0"/>
            <a:chExt cx="5203279" cy="91169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195072"/>
                  </a:moveTo>
                  <a:cubicBezTo>
                    <a:pt x="0" y="87376"/>
                    <a:pt x="90170" y="0"/>
                    <a:pt x="201295" y="0"/>
                  </a:cubicBezTo>
                  <a:lnTo>
                    <a:pt x="4968113" y="0"/>
                  </a:lnTo>
                  <a:cubicBezTo>
                    <a:pt x="5079238" y="0"/>
                    <a:pt x="5169408" y="87376"/>
                    <a:pt x="5169408" y="195072"/>
                  </a:cubicBezTo>
                  <a:lnTo>
                    <a:pt x="5169408" y="682752"/>
                  </a:lnTo>
                  <a:cubicBezTo>
                    <a:pt x="5169408" y="790448"/>
                    <a:pt x="5079238" y="877824"/>
                    <a:pt x="4968113" y="877824"/>
                  </a:cubicBezTo>
                  <a:lnTo>
                    <a:pt x="201295" y="877824"/>
                  </a:lnTo>
                  <a:cubicBezTo>
                    <a:pt x="90170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03190" cy="911606"/>
            </a:xfrm>
            <a:custGeom>
              <a:avLst/>
              <a:gdLst/>
              <a:ahLst/>
              <a:cxnLst/>
              <a:rect r="r" b="b" t="t" l="l"/>
              <a:pathLst>
                <a:path h="911606" w="5203190">
                  <a:moveTo>
                    <a:pt x="0" y="211963"/>
                  </a:moveTo>
                  <a:cubicBezTo>
                    <a:pt x="0" y="94361"/>
                    <a:pt x="98171" y="0"/>
                    <a:pt x="218186" y="0"/>
                  </a:cubicBezTo>
                  <a:lnTo>
                    <a:pt x="4985004" y="0"/>
                  </a:lnTo>
                  <a:lnTo>
                    <a:pt x="4985004" y="16891"/>
                  </a:lnTo>
                  <a:lnTo>
                    <a:pt x="4985004" y="0"/>
                  </a:lnTo>
                  <a:cubicBezTo>
                    <a:pt x="5105019" y="0"/>
                    <a:pt x="5203190" y="94361"/>
                    <a:pt x="5203190" y="211963"/>
                  </a:cubicBezTo>
                  <a:lnTo>
                    <a:pt x="5186299" y="211963"/>
                  </a:lnTo>
                  <a:lnTo>
                    <a:pt x="5203190" y="211963"/>
                  </a:lnTo>
                  <a:lnTo>
                    <a:pt x="5203190" y="699643"/>
                  </a:lnTo>
                  <a:lnTo>
                    <a:pt x="5186299" y="699643"/>
                  </a:lnTo>
                  <a:lnTo>
                    <a:pt x="5203190" y="699643"/>
                  </a:lnTo>
                  <a:cubicBezTo>
                    <a:pt x="5203190" y="817245"/>
                    <a:pt x="5105019" y="911606"/>
                    <a:pt x="4985004" y="911606"/>
                  </a:cubicBezTo>
                  <a:lnTo>
                    <a:pt x="4985004" y="894715"/>
                  </a:lnTo>
                  <a:lnTo>
                    <a:pt x="4985004" y="911606"/>
                  </a:lnTo>
                  <a:lnTo>
                    <a:pt x="218186" y="911606"/>
                  </a:lnTo>
                  <a:lnTo>
                    <a:pt x="218186" y="894715"/>
                  </a:lnTo>
                  <a:lnTo>
                    <a:pt x="218186" y="911606"/>
                  </a:lnTo>
                  <a:cubicBezTo>
                    <a:pt x="98171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951" y="877824"/>
                    <a:pt x="218313" y="877824"/>
                  </a:cubicBezTo>
                  <a:lnTo>
                    <a:pt x="4985004" y="877824"/>
                  </a:lnTo>
                  <a:cubicBezTo>
                    <a:pt x="5087366" y="877824"/>
                    <a:pt x="5169408" y="797560"/>
                    <a:pt x="5169408" y="699643"/>
                  </a:cubicBezTo>
                  <a:lnTo>
                    <a:pt x="5169408" y="211963"/>
                  </a:lnTo>
                  <a:cubicBezTo>
                    <a:pt x="5169408" y="114046"/>
                    <a:pt x="5087366" y="33782"/>
                    <a:pt x="4985004" y="33782"/>
                  </a:cubicBezTo>
                  <a:lnTo>
                    <a:pt x="218186" y="33782"/>
                  </a:lnTo>
                  <a:lnTo>
                    <a:pt x="218186" y="16891"/>
                  </a:lnTo>
                  <a:lnTo>
                    <a:pt x="218186" y="33909"/>
                  </a:lnTo>
                  <a:cubicBezTo>
                    <a:pt x="115951" y="33909"/>
                    <a:pt x="33909" y="114173"/>
                    <a:pt x="33909" y="21196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315200" y="6327648"/>
            <a:ext cx="3877056" cy="658368"/>
            <a:chOff x="0" y="0"/>
            <a:chExt cx="5169408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69408" cy="877824"/>
            </a:xfrm>
            <a:custGeom>
              <a:avLst/>
              <a:gdLst/>
              <a:ahLst/>
              <a:cxnLst/>
              <a:rect r="r" b="b" t="t" l="l"/>
              <a:pathLst>
                <a:path h="877824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5169408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+0.71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2247" y="7668263"/>
            <a:ext cx="10778747" cy="537467"/>
            <a:chOff x="0" y="0"/>
            <a:chExt cx="14371663" cy="71662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337792" cy="682752"/>
            </a:xfrm>
            <a:custGeom>
              <a:avLst/>
              <a:gdLst/>
              <a:ahLst/>
              <a:cxnLst/>
              <a:rect r="r" b="b" t="t" l="l"/>
              <a:pathLst>
                <a:path h="682752" w="14337792">
                  <a:moveTo>
                    <a:pt x="0" y="146304"/>
                  </a:moveTo>
                  <a:cubicBezTo>
                    <a:pt x="0" y="65532"/>
                    <a:pt x="68580" y="0"/>
                    <a:pt x="153162" y="0"/>
                  </a:cubicBezTo>
                  <a:lnTo>
                    <a:pt x="14184630" y="0"/>
                  </a:lnTo>
                  <a:cubicBezTo>
                    <a:pt x="14269212" y="0"/>
                    <a:pt x="14337792" y="65532"/>
                    <a:pt x="14337792" y="146304"/>
                  </a:cubicBezTo>
                  <a:lnTo>
                    <a:pt x="14337792" y="536448"/>
                  </a:lnTo>
                  <a:cubicBezTo>
                    <a:pt x="14337792" y="617220"/>
                    <a:pt x="14269212" y="682752"/>
                    <a:pt x="14184630" y="682752"/>
                  </a:cubicBezTo>
                  <a:lnTo>
                    <a:pt x="153289" y="682752"/>
                  </a:lnTo>
                  <a:cubicBezTo>
                    <a:pt x="68707" y="682752"/>
                    <a:pt x="127" y="617220"/>
                    <a:pt x="127" y="536448"/>
                  </a:cubicBez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371701" cy="716534"/>
            </a:xfrm>
            <a:custGeom>
              <a:avLst/>
              <a:gdLst/>
              <a:ahLst/>
              <a:cxnLst/>
              <a:rect r="r" b="b" t="t" l="l"/>
              <a:pathLst>
                <a:path h="716534" w="14371701">
                  <a:moveTo>
                    <a:pt x="0" y="163195"/>
                  </a:moveTo>
                  <a:cubicBezTo>
                    <a:pt x="0" y="72390"/>
                    <a:pt x="76962" y="0"/>
                    <a:pt x="170180" y="0"/>
                  </a:cubicBezTo>
                  <a:lnTo>
                    <a:pt x="14201521" y="0"/>
                  </a:lnTo>
                  <a:lnTo>
                    <a:pt x="14201521" y="16891"/>
                  </a:lnTo>
                  <a:lnTo>
                    <a:pt x="14201521" y="0"/>
                  </a:lnTo>
                  <a:cubicBezTo>
                    <a:pt x="14294738" y="0"/>
                    <a:pt x="14371701" y="72390"/>
                    <a:pt x="14371701" y="163195"/>
                  </a:cubicBezTo>
                  <a:lnTo>
                    <a:pt x="14354811" y="163195"/>
                  </a:lnTo>
                  <a:lnTo>
                    <a:pt x="14371701" y="163195"/>
                  </a:lnTo>
                  <a:lnTo>
                    <a:pt x="14371701" y="553339"/>
                  </a:lnTo>
                  <a:lnTo>
                    <a:pt x="14354811" y="553339"/>
                  </a:lnTo>
                  <a:lnTo>
                    <a:pt x="14371701" y="553339"/>
                  </a:lnTo>
                  <a:cubicBezTo>
                    <a:pt x="14371701" y="644271"/>
                    <a:pt x="14294738" y="716534"/>
                    <a:pt x="14201521" y="716534"/>
                  </a:cubicBezTo>
                  <a:lnTo>
                    <a:pt x="14201521" y="699643"/>
                  </a:lnTo>
                  <a:lnTo>
                    <a:pt x="14201521" y="716534"/>
                  </a:lnTo>
                  <a:lnTo>
                    <a:pt x="170180" y="716534"/>
                  </a:lnTo>
                  <a:lnTo>
                    <a:pt x="170180" y="699643"/>
                  </a:lnTo>
                  <a:lnTo>
                    <a:pt x="170180" y="716534"/>
                  </a:lnTo>
                  <a:cubicBezTo>
                    <a:pt x="76962" y="716661"/>
                    <a:pt x="0" y="644271"/>
                    <a:pt x="0" y="55333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553339"/>
                  </a:lnTo>
                  <a:lnTo>
                    <a:pt x="16891" y="553339"/>
                  </a:lnTo>
                  <a:lnTo>
                    <a:pt x="33909" y="553339"/>
                  </a:lnTo>
                  <a:cubicBezTo>
                    <a:pt x="33909" y="624078"/>
                    <a:pt x="94234" y="682752"/>
                    <a:pt x="170180" y="682752"/>
                  </a:cubicBezTo>
                  <a:lnTo>
                    <a:pt x="14201521" y="682752"/>
                  </a:lnTo>
                  <a:cubicBezTo>
                    <a:pt x="14277467" y="682752"/>
                    <a:pt x="14337792" y="624078"/>
                    <a:pt x="14337792" y="553339"/>
                  </a:cubicBezTo>
                  <a:lnTo>
                    <a:pt x="14337792" y="163195"/>
                  </a:lnTo>
                  <a:cubicBezTo>
                    <a:pt x="14337792" y="92456"/>
                    <a:pt x="14277467" y="33782"/>
                    <a:pt x="14201521" y="33782"/>
                  </a:cubicBezTo>
                  <a:lnTo>
                    <a:pt x="170180" y="33782"/>
                  </a:lnTo>
                  <a:lnTo>
                    <a:pt x="170180" y="16891"/>
                  </a:lnTo>
                  <a:lnTo>
                    <a:pt x="170180" y="33909"/>
                  </a:lnTo>
                  <a:cubicBezTo>
                    <a:pt x="94107" y="33909"/>
                    <a:pt x="33909" y="92456"/>
                    <a:pt x="33909" y="163195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77824" y="7717536"/>
            <a:ext cx="10424160" cy="438912"/>
            <a:chOff x="0" y="0"/>
            <a:chExt cx="1389888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898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3898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unreliable analysis for identical story content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873990" y="2084070"/>
            <a:ext cx="5012436" cy="1647444"/>
            <a:chOff x="0" y="0"/>
            <a:chExt cx="6683248" cy="219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25400" y="25400"/>
              <a:ext cx="663244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632448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6384671" y="0"/>
                  </a:lnTo>
                  <a:cubicBezTo>
                    <a:pt x="6521450" y="0"/>
                    <a:pt x="6632448" y="109220"/>
                    <a:pt x="6632448" y="243840"/>
                  </a:cubicBezTo>
                  <a:lnTo>
                    <a:pt x="6632448" y="1901952"/>
                  </a:lnTo>
                  <a:cubicBezTo>
                    <a:pt x="6632448" y="2036572"/>
                    <a:pt x="6521577" y="2145792"/>
                    <a:pt x="6384671" y="2145792"/>
                  </a:cubicBezTo>
                  <a:lnTo>
                    <a:pt x="247777" y="2145792"/>
                  </a:lnTo>
                  <a:cubicBezTo>
                    <a:pt x="110998" y="2145792"/>
                    <a:pt x="0" y="2036572"/>
                    <a:pt x="0" y="1901952"/>
                  </a:cubicBezTo>
                  <a:close/>
                </a:path>
              </a:pathLst>
            </a:custGeom>
            <a:solidFill>
              <a:srgbClr val="C89840">
                <a:alpha val="77255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683248" cy="2196592"/>
            </a:xfrm>
            <a:custGeom>
              <a:avLst/>
              <a:gdLst/>
              <a:ahLst/>
              <a:cxnLst/>
              <a:rect r="r" b="b" t="t" l="l"/>
              <a:pathLst>
                <a:path h="2196592" w="6683248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6410071" y="0"/>
                  </a:lnTo>
                  <a:lnTo>
                    <a:pt x="6410071" y="25400"/>
                  </a:lnTo>
                  <a:lnTo>
                    <a:pt x="6410071" y="0"/>
                  </a:lnTo>
                  <a:cubicBezTo>
                    <a:pt x="6560566" y="0"/>
                    <a:pt x="6683248" y="120142"/>
                    <a:pt x="6683248" y="269240"/>
                  </a:cubicBezTo>
                  <a:lnTo>
                    <a:pt x="6657848" y="269240"/>
                  </a:lnTo>
                  <a:lnTo>
                    <a:pt x="6683248" y="269240"/>
                  </a:lnTo>
                  <a:lnTo>
                    <a:pt x="6683248" y="1927352"/>
                  </a:lnTo>
                  <a:lnTo>
                    <a:pt x="6657848" y="1927352"/>
                  </a:lnTo>
                  <a:lnTo>
                    <a:pt x="6683248" y="1927352"/>
                  </a:lnTo>
                  <a:cubicBezTo>
                    <a:pt x="6683248" y="2076450"/>
                    <a:pt x="6560566" y="2196592"/>
                    <a:pt x="6410071" y="2196592"/>
                  </a:cubicBezTo>
                  <a:lnTo>
                    <a:pt x="6410071" y="2171192"/>
                  </a:lnTo>
                  <a:lnTo>
                    <a:pt x="6410071" y="2196592"/>
                  </a:lnTo>
                  <a:lnTo>
                    <a:pt x="273177" y="2196592"/>
                  </a:lnTo>
                  <a:lnTo>
                    <a:pt x="273177" y="2171192"/>
                  </a:lnTo>
                  <a:lnTo>
                    <a:pt x="273177" y="2196592"/>
                  </a:lnTo>
                  <a:cubicBezTo>
                    <a:pt x="122682" y="2196592"/>
                    <a:pt x="0" y="2076450"/>
                    <a:pt x="0" y="192735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27352"/>
                  </a:lnTo>
                  <a:lnTo>
                    <a:pt x="25400" y="1927352"/>
                  </a:lnTo>
                  <a:lnTo>
                    <a:pt x="50800" y="1927352"/>
                  </a:lnTo>
                  <a:cubicBezTo>
                    <a:pt x="50800" y="2047621"/>
                    <a:pt x="149987" y="2145792"/>
                    <a:pt x="273177" y="2145792"/>
                  </a:cubicBezTo>
                  <a:lnTo>
                    <a:pt x="6410071" y="2145792"/>
                  </a:lnTo>
                  <a:cubicBezTo>
                    <a:pt x="6533261" y="2145792"/>
                    <a:pt x="6632448" y="2047621"/>
                    <a:pt x="6632448" y="1927352"/>
                  </a:cubicBezTo>
                  <a:lnTo>
                    <a:pt x="6632448" y="269240"/>
                  </a:lnTo>
                  <a:cubicBezTo>
                    <a:pt x="6632448" y="148971"/>
                    <a:pt x="6533261" y="50800"/>
                    <a:pt x="6410071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5EBD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984480" y="2468880"/>
            <a:ext cx="658368" cy="731520"/>
            <a:chOff x="0" y="0"/>
            <a:chExt cx="877824" cy="975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87782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716000" y="2249424"/>
            <a:ext cx="4023360" cy="512064"/>
            <a:chOff x="0" y="0"/>
            <a:chExt cx="536448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Unified Pipeline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16000" y="2798064"/>
            <a:ext cx="4023360" cy="804672"/>
            <a:chOff x="0" y="0"/>
            <a:chExt cx="5364480" cy="107289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3644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DE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formats extract to identical normalized text before analysis runs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873990" y="4059174"/>
            <a:ext cx="5012436" cy="1647444"/>
            <a:chOff x="0" y="0"/>
            <a:chExt cx="6683248" cy="219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25400" y="25400"/>
              <a:ext cx="663244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632448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6384671" y="0"/>
                  </a:lnTo>
                  <a:cubicBezTo>
                    <a:pt x="6521450" y="0"/>
                    <a:pt x="6632448" y="109220"/>
                    <a:pt x="6632448" y="243840"/>
                  </a:cubicBezTo>
                  <a:lnTo>
                    <a:pt x="6632448" y="1901952"/>
                  </a:lnTo>
                  <a:cubicBezTo>
                    <a:pt x="6632448" y="2036572"/>
                    <a:pt x="6521577" y="2145792"/>
                    <a:pt x="6384671" y="2145792"/>
                  </a:cubicBezTo>
                  <a:lnTo>
                    <a:pt x="247777" y="2145792"/>
                  </a:lnTo>
                  <a:cubicBezTo>
                    <a:pt x="110998" y="2145792"/>
                    <a:pt x="0" y="2036572"/>
                    <a:pt x="0" y="1901952"/>
                  </a:cubicBezTo>
                  <a:close/>
                </a:path>
              </a:pathLst>
            </a:custGeom>
            <a:solidFill>
              <a:srgbClr val="C89840">
                <a:alpha val="77255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683248" cy="2196592"/>
            </a:xfrm>
            <a:custGeom>
              <a:avLst/>
              <a:gdLst/>
              <a:ahLst/>
              <a:cxnLst/>
              <a:rect r="r" b="b" t="t" l="l"/>
              <a:pathLst>
                <a:path h="2196592" w="6683248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6410071" y="0"/>
                  </a:lnTo>
                  <a:lnTo>
                    <a:pt x="6410071" y="25400"/>
                  </a:lnTo>
                  <a:lnTo>
                    <a:pt x="6410071" y="0"/>
                  </a:lnTo>
                  <a:cubicBezTo>
                    <a:pt x="6560566" y="0"/>
                    <a:pt x="6683248" y="120142"/>
                    <a:pt x="6683248" y="269240"/>
                  </a:cubicBezTo>
                  <a:lnTo>
                    <a:pt x="6657848" y="269240"/>
                  </a:lnTo>
                  <a:lnTo>
                    <a:pt x="6683248" y="269240"/>
                  </a:lnTo>
                  <a:lnTo>
                    <a:pt x="6683248" y="1927352"/>
                  </a:lnTo>
                  <a:lnTo>
                    <a:pt x="6657848" y="1927352"/>
                  </a:lnTo>
                  <a:lnTo>
                    <a:pt x="6683248" y="1927352"/>
                  </a:lnTo>
                  <a:cubicBezTo>
                    <a:pt x="6683248" y="2076450"/>
                    <a:pt x="6560566" y="2196592"/>
                    <a:pt x="6410071" y="2196592"/>
                  </a:cubicBezTo>
                  <a:lnTo>
                    <a:pt x="6410071" y="2171192"/>
                  </a:lnTo>
                  <a:lnTo>
                    <a:pt x="6410071" y="2196592"/>
                  </a:lnTo>
                  <a:lnTo>
                    <a:pt x="273177" y="2196592"/>
                  </a:lnTo>
                  <a:lnTo>
                    <a:pt x="273177" y="2171192"/>
                  </a:lnTo>
                  <a:lnTo>
                    <a:pt x="273177" y="2196592"/>
                  </a:lnTo>
                  <a:cubicBezTo>
                    <a:pt x="122682" y="2196592"/>
                    <a:pt x="0" y="2076450"/>
                    <a:pt x="0" y="192735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27352"/>
                  </a:lnTo>
                  <a:lnTo>
                    <a:pt x="25400" y="1927352"/>
                  </a:lnTo>
                  <a:lnTo>
                    <a:pt x="50800" y="1927352"/>
                  </a:lnTo>
                  <a:cubicBezTo>
                    <a:pt x="50800" y="2047621"/>
                    <a:pt x="149987" y="2145792"/>
                    <a:pt x="273177" y="2145792"/>
                  </a:cubicBezTo>
                  <a:lnTo>
                    <a:pt x="6410071" y="2145792"/>
                  </a:lnTo>
                  <a:cubicBezTo>
                    <a:pt x="6533261" y="2145792"/>
                    <a:pt x="6632448" y="2047621"/>
                    <a:pt x="6632448" y="1927352"/>
                  </a:cubicBezTo>
                  <a:lnTo>
                    <a:pt x="6632448" y="269240"/>
                  </a:lnTo>
                  <a:cubicBezTo>
                    <a:pt x="6632448" y="148971"/>
                    <a:pt x="6533261" y="50800"/>
                    <a:pt x="6410071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5EBD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984480" y="4443984"/>
            <a:ext cx="658368" cy="731520"/>
            <a:chOff x="0" y="0"/>
            <a:chExt cx="877824" cy="9753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87782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716000" y="4224528"/>
            <a:ext cx="4023360" cy="512064"/>
            <a:chOff x="0" y="0"/>
            <a:chExt cx="536448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Consistent Emotion Scores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716000" y="4773168"/>
            <a:ext cx="4023360" cy="804672"/>
            <a:chOff x="0" y="0"/>
            <a:chExt cx="5364480" cy="10728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3644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DE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story in any format — same arc, peak, and dominant emotion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873990" y="6034278"/>
            <a:ext cx="5012436" cy="1647444"/>
            <a:chOff x="0" y="0"/>
            <a:chExt cx="6683248" cy="219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25400" y="25400"/>
              <a:ext cx="663244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632448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6384671" y="0"/>
                  </a:lnTo>
                  <a:cubicBezTo>
                    <a:pt x="6521450" y="0"/>
                    <a:pt x="6632448" y="109220"/>
                    <a:pt x="6632448" y="243840"/>
                  </a:cubicBezTo>
                  <a:lnTo>
                    <a:pt x="6632448" y="1901952"/>
                  </a:lnTo>
                  <a:cubicBezTo>
                    <a:pt x="6632448" y="2036572"/>
                    <a:pt x="6521577" y="2145792"/>
                    <a:pt x="6384671" y="2145792"/>
                  </a:cubicBezTo>
                  <a:lnTo>
                    <a:pt x="247777" y="2145792"/>
                  </a:lnTo>
                  <a:cubicBezTo>
                    <a:pt x="110998" y="2145792"/>
                    <a:pt x="0" y="2036572"/>
                    <a:pt x="0" y="1901952"/>
                  </a:cubicBezTo>
                  <a:close/>
                </a:path>
              </a:pathLst>
            </a:custGeom>
            <a:solidFill>
              <a:srgbClr val="C89840">
                <a:alpha val="77255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683248" cy="2196592"/>
            </a:xfrm>
            <a:custGeom>
              <a:avLst/>
              <a:gdLst/>
              <a:ahLst/>
              <a:cxnLst/>
              <a:rect r="r" b="b" t="t" l="l"/>
              <a:pathLst>
                <a:path h="2196592" w="6683248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6410071" y="0"/>
                  </a:lnTo>
                  <a:lnTo>
                    <a:pt x="6410071" y="25400"/>
                  </a:lnTo>
                  <a:lnTo>
                    <a:pt x="6410071" y="0"/>
                  </a:lnTo>
                  <a:cubicBezTo>
                    <a:pt x="6560566" y="0"/>
                    <a:pt x="6683248" y="120142"/>
                    <a:pt x="6683248" y="269240"/>
                  </a:cubicBezTo>
                  <a:lnTo>
                    <a:pt x="6657848" y="269240"/>
                  </a:lnTo>
                  <a:lnTo>
                    <a:pt x="6683248" y="269240"/>
                  </a:lnTo>
                  <a:lnTo>
                    <a:pt x="6683248" y="1927352"/>
                  </a:lnTo>
                  <a:lnTo>
                    <a:pt x="6657848" y="1927352"/>
                  </a:lnTo>
                  <a:lnTo>
                    <a:pt x="6683248" y="1927352"/>
                  </a:lnTo>
                  <a:cubicBezTo>
                    <a:pt x="6683248" y="2076450"/>
                    <a:pt x="6560566" y="2196592"/>
                    <a:pt x="6410071" y="2196592"/>
                  </a:cubicBezTo>
                  <a:lnTo>
                    <a:pt x="6410071" y="2171192"/>
                  </a:lnTo>
                  <a:lnTo>
                    <a:pt x="6410071" y="2196592"/>
                  </a:lnTo>
                  <a:lnTo>
                    <a:pt x="273177" y="2196592"/>
                  </a:lnTo>
                  <a:lnTo>
                    <a:pt x="273177" y="2171192"/>
                  </a:lnTo>
                  <a:lnTo>
                    <a:pt x="273177" y="2196592"/>
                  </a:lnTo>
                  <a:cubicBezTo>
                    <a:pt x="122682" y="2196592"/>
                    <a:pt x="0" y="2076450"/>
                    <a:pt x="0" y="192735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27352"/>
                  </a:lnTo>
                  <a:lnTo>
                    <a:pt x="25400" y="1927352"/>
                  </a:lnTo>
                  <a:lnTo>
                    <a:pt x="50800" y="1927352"/>
                  </a:lnTo>
                  <a:cubicBezTo>
                    <a:pt x="50800" y="2047621"/>
                    <a:pt x="149987" y="2145792"/>
                    <a:pt x="273177" y="2145792"/>
                  </a:cubicBezTo>
                  <a:lnTo>
                    <a:pt x="6410071" y="2145792"/>
                  </a:lnTo>
                  <a:cubicBezTo>
                    <a:pt x="6533261" y="2145792"/>
                    <a:pt x="6632448" y="2047621"/>
                    <a:pt x="6632448" y="1927352"/>
                  </a:cubicBezTo>
                  <a:lnTo>
                    <a:pt x="6632448" y="269240"/>
                  </a:lnTo>
                  <a:cubicBezTo>
                    <a:pt x="6632448" y="148971"/>
                    <a:pt x="6533261" y="50800"/>
                    <a:pt x="6410071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5EBD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984480" y="6419088"/>
            <a:ext cx="658368" cy="731520"/>
            <a:chOff x="0" y="0"/>
            <a:chExt cx="877824" cy="9753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87782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716000" y="6199632"/>
            <a:ext cx="4023360" cy="512064"/>
            <a:chOff x="0" y="0"/>
            <a:chExt cx="536448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Paragraph-Level Insight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716000" y="6748272"/>
            <a:ext cx="4023360" cy="804672"/>
            <a:chOff x="0" y="0"/>
            <a:chExt cx="5364480" cy="107289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53644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DE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emotional peaks, dominant moods, and story shapes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873990" y="8009382"/>
            <a:ext cx="5012436" cy="1647444"/>
            <a:chOff x="0" y="0"/>
            <a:chExt cx="6683248" cy="219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25400" y="25400"/>
              <a:ext cx="663244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632448">
                  <a:moveTo>
                    <a:pt x="0" y="243840"/>
                  </a:moveTo>
                  <a:cubicBezTo>
                    <a:pt x="0" y="109220"/>
                    <a:pt x="110871" y="0"/>
                    <a:pt x="247777" y="0"/>
                  </a:cubicBezTo>
                  <a:lnTo>
                    <a:pt x="6384671" y="0"/>
                  </a:lnTo>
                  <a:cubicBezTo>
                    <a:pt x="6521450" y="0"/>
                    <a:pt x="6632448" y="109220"/>
                    <a:pt x="6632448" y="243840"/>
                  </a:cubicBezTo>
                  <a:lnTo>
                    <a:pt x="6632448" y="1901952"/>
                  </a:lnTo>
                  <a:cubicBezTo>
                    <a:pt x="6632448" y="2036572"/>
                    <a:pt x="6521577" y="2145792"/>
                    <a:pt x="6384671" y="2145792"/>
                  </a:cubicBezTo>
                  <a:lnTo>
                    <a:pt x="247777" y="2145792"/>
                  </a:lnTo>
                  <a:cubicBezTo>
                    <a:pt x="110998" y="2145792"/>
                    <a:pt x="0" y="2036572"/>
                    <a:pt x="0" y="1901952"/>
                  </a:cubicBezTo>
                  <a:close/>
                </a:path>
              </a:pathLst>
            </a:custGeom>
            <a:solidFill>
              <a:srgbClr val="C89840">
                <a:alpha val="77255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683248" cy="2196592"/>
            </a:xfrm>
            <a:custGeom>
              <a:avLst/>
              <a:gdLst/>
              <a:ahLst/>
              <a:cxnLst/>
              <a:rect r="r" b="b" t="t" l="l"/>
              <a:pathLst>
                <a:path h="2196592" w="6683248">
                  <a:moveTo>
                    <a:pt x="0" y="269240"/>
                  </a:moveTo>
                  <a:cubicBezTo>
                    <a:pt x="0" y="120142"/>
                    <a:pt x="122682" y="0"/>
                    <a:pt x="273177" y="0"/>
                  </a:cubicBezTo>
                  <a:lnTo>
                    <a:pt x="6410071" y="0"/>
                  </a:lnTo>
                  <a:lnTo>
                    <a:pt x="6410071" y="25400"/>
                  </a:lnTo>
                  <a:lnTo>
                    <a:pt x="6410071" y="0"/>
                  </a:lnTo>
                  <a:cubicBezTo>
                    <a:pt x="6560566" y="0"/>
                    <a:pt x="6683248" y="120142"/>
                    <a:pt x="6683248" y="269240"/>
                  </a:cubicBezTo>
                  <a:lnTo>
                    <a:pt x="6657848" y="269240"/>
                  </a:lnTo>
                  <a:lnTo>
                    <a:pt x="6683248" y="269240"/>
                  </a:lnTo>
                  <a:lnTo>
                    <a:pt x="6683248" y="1927352"/>
                  </a:lnTo>
                  <a:lnTo>
                    <a:pt x="6657848" y="1927352"/>
                  </a:lnTo>
                  <a:lnTo>
                    <a:pt x="6683248" y="1927352"/>
                  </a:lnTo>
                  <a:cubicBezTo>
                    <a:pt x="6683248" y="2076450"/>
                    <a:pt x="6560566" y="2196592"/>
                    <a:pt x="6410071" y="2196592"/>
                  </a:cubicBezTo>
                  <a:lnTo>
                    <a:pt x="6410071" y="2171192"/>
                  </a:lnTo>
                  <a:lnTo>
                    <a:pt x="6410071" y="2196592"/>
                  </a:lnTo>
                  <a:lnTo>
                    <a:pt x="273177" y="2196592"/>
                  </a:lnTo>
                  <a:lnTo>
                    <a:pt x="273177" y="2171192"/>
                  </a:lnTo>
                  <a:lnTo>
                    <a:pt x="273177" y="2196592"/>
                  </a:lnTo>
                  <a:cubicBezTo>
                    <a:pt x="122682" y="2196592"/>
                    <a:pt x="0" y="2076450"/>
                    <a:pt x="0" y="192735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27352"/>
                  </a:lnTo>
                  <a:lnTo>
                    <a:pt x="25400" y="1927352"/>
                  </a:lnTo>
                  <a:lnTo>
                    <a:pt x="50800" y="1927352"/>
                  </a:lnTo>
                  <a:cubicBezTo>
                    <a:pt x="50800" y="2047621"/>
                    <a:pt x="149987" y="2145792"/>
                    <a:pt x="273177" y="2145792"/>
                  </a:cubicBezTo>
                  <a:lnTo>
                    <a:pt x="6410071" y="2145792"/>
                  </a:lnTo>
                  <a:cubicBezTo>
                    <a:pt x="6533261" y="2145792"/>
                    <a:pt x="6632448" y="2047621"/>
                    <a:pt x="6632448" y="1927352"/>
                  </a:cubicBezTo>
                  <a:lnTo>
                    <a:pt x="6632448" y="269240"/>
                  </a:lnTo>
                  <a:cubicBezTo>
                    <a:pt x="6632448" y="148971"/>
                    <a:pt x="6533261" y="50800"/>
                    <a:pt x="6410071" y="50800"/>
                  </a:cubicBezTo>
                  <a:lnTo>
                    <a:pt x="273177" y="50800"/>
                  </a:lnTo>
                  <a:lnTo>
                    <a:pt x="273177" y="25400"/>
                  </a:lnTo>
                  <a:lnTo>
                    <a:pt x="273177" y="50800"/>
                  </a:lnTo>
                  <a:cubicBezTo>
                    <a:pt x="149987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F5EBD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984480" y="8394192"/>
            <a:ext cx="658368" cy="731520"/>
            <a:chOff x="0" y="0"/>
            <a:chExt cx="877824" cy="9753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77824" cy="975360"/>
            </a:xfrm>
            <a:custGeom>
              <a:avLst/>
              <a:gdLst/>
              <a:ahLst/>
              <a:cxnLst/>
              <a:rect r="r" b="b" t="t" l="l"/>
              <a:pathLst>
                <a:path h="975360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87782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716000" y="8174736"/>
            <a:ext cx="4023360" cy="512064"/>
            <a:chOff x="0" y="0"/>
            <a:chExt cx="536448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Platform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716000" y="8723376"/>
            <a:ext cx="4023360" cy="804672"/>
            <a:chOff x="0" y="0"/>
            <a:chExt cx="5364480" cy="10728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36448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DE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Graphs, CSV, PDF export, and a story chatbot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7824" y="1901952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Full pipeline: get_text_from_input() → prepare_text_for_analysis() → build_analysis_from_section()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41380" y="2683764"/>
            <a:ext cx="6848856" cy="1143000"/>
            <a:chOff x="0" y="0"/>
            <a:chExt cx="9131808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42983" y="2913383"/>
            <a:ext cx="683771" cy="683771"/>
            <a:chOff x="0" y="0"/>
            <a:chExt cx="911695" cy="9116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5680" y="2926080"/>
            <a:ext cx="658368" cy="658368"/>
            <a:chOff x="0" y="0"/>
            <a:chExt cx="877824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0352" y="2816352"/>
            <a:ext cx="5669280" cy="475488"/>
            <a:chOff x="0" y="0"/>
            <a:chExt cx="755904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Layer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0352" y="3328416"/>
            <a:ext cx="5669280" cy="402336"/>
            <a:chOff x="0" y="0"/>
            <a:chExt cx="755904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TXT · PDF · DOCX · Image · ZIP · Pasted text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41380" y="3963924"/>
            <a:ext cx="6848856" cy="1143000"/>
            <a:chOff x="0" y="0"/>
            <a:chExt cx="9131808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142983" y="4193543"/>
            <a:ext cx="683771" cy="683771"/>
            <a:chOff x="0" y="0"/>
            <a:chExt cx="911695" cy="9116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155680" y="4206240"/>
            <a:ext cx="658368" cy="658368"/>
            <a:chOff x="0" y="0"/>
            <a:chExt cx="87782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60352" y="4096512"/>
            <a:ext cx="5669280" cy="475488"/>
            <a:chOff x="0" y="0"/>
            <a:chExt cx="755904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960352" y="4608576"/>
            <a:ext cx="5669280" cy="402336"/>
            <a:chOff x="0" y="0"/>
            <a:chExt cx="755904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Format-specific extractors → identical plain text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41380" y="5244084"/>
            <a:ext cx="6848856" cy="1143000"/>
            <a:chOff x="0" y="0"/>
            <a:chExt cx="9131808" cy="152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142983" y="5473703"/>
            <a:ext cx="683771" cy="683771"/>
            <a:chOff x="0" y="0"/>
            <a:chExt cx="911695" cy="91169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155680" y="5486400"/>
            <a:ext cx="658368" cy="658368"/>
            <a:chOff x="0" y="0"/>
            <a:chExt cx="877824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960352" y="5376672"/>
            <a:ext cx="5669280" cy="475488"/>
            <a:chOff x="0" y="0"/>
            <a:chExt cx="7559040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60352" y="5888736"/>
            <a:ext cx="5669280" cy="402336"/>
            <a:chOff x="0" y="0"/>
            <a:chExt cx="755904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Encoding fix, line breaks, artifact removal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41380" y="6524244"/>
            <a:ext cx="6848856" cy="1143000"/>
            <a:chOff x="0" y="0"/>
            <a:chExt cx="9131808" cy="152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42983" y="6753863"/>
            <a:ext cx="683771" cy="683771"/>
            <a:chOff x="0" y="0"/>
            <a:chExt cx="911695" cy="9116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155680" y="6766560"/>
            <a:ext cx="658368" cy="658368"/>
            <a:chOff x="0" y="0"/>
            <a:chExt cx="877824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960352" y="6656832"/>
            <a:ext cx="5669280" cy="475488"/>
            <a:chOff x="0" y="0"/>
            <a:chExt cx="7559040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NLP Processing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960352" y="7168896"/>
            <a:ext cx="5669280" cy="402336"/>
            <a:chOff x="0" y="0"/>
            <a:chExt cx="755904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~100-word units → VADER + transformer per unit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041380" y="7804404"/>
            <a:ext cx="6848856" cy="1143000"/>
            <a:chOff x="0" y="0"/>
            <a:chExt cx="9131808" cy="1524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142983" y="8034023"/>
            <a:ext cx="683771" cy="683771"/>
            <a:chOff x="0" y="0"/>
            <a:chExt cx="911695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155680" y="8046720"/>
            <a:ext cx="658368" cy="658368"/>
            <a:chOff x="0" y="0"/>
            <a:chExt cx="877824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960352" y="7936992"/>
            <a:ext cx="5669280" cy="475488"/>
            <a:chOff x="0" y="0"/>
            <a:chExt cx="755904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Intelligence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960352" y="8449056"/>
            <a:ext cx="5669280" cy="402336"/>
            <a:chOff x="0" y="0"/>
            <a:chExt cx="755904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Peak detection, dominant emotion, story shape matching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041380" y="9084564"/>
            <a:ext cx="6848856" cy="1143000"/>
            <a:chOff x="0" y="0"/>
            <a:chExt cx="9131808" cy="1524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30480" y="30480"/>
              <a:ext cx="90708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70848">
                  <a:moveTo>
                    <a:pt x="0" y="243840"/>
                  </a:moveTo>
                  <a:cubicBezTo>
                    <a:pt x="0" y="109220"/>
                    <a:pt x="112903" y="0"/>
                    <a:pt x="252349" y="0"/>
                  </a:cubicBezTo>
                  <a:lnTo>
                    <a:pt x="8818499" y="0"/>
                  </a:lnTo>
                  <a:cubicBezTo>
                    <a:pt x="8957818" y="0"/>
                    <a:pt x="9070848" y="109220"/>
                    <a:pt x="9070848" y="243840"/>
                  </a:cubicBezTo>
                  <a:lnTo>
                    <a:pt x="9070848" y="1219200"/>
                  </a:lnTo>
                  <a:cubicBezTo>
                    <a:pt x="9070848" y="1353820"/>
                    <a:pt x="8957945" y="1463040"/>
                    <a:pt x="8818499" y="1463040"/>
                  </a:cubicBezTo>
                  <a:lnTo>
                    <a:pt x="252349" y="1463040"/>
                  </a:lnTo>
                  <a:cubicBezTo>
                    <a:pt x="112903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31808" cy="1524000"/>
            </a:xfrm>
            <a:custGeom>
              <a:avLst/>
              <a:gdLst/>
              <a:ahLst/>
              <a:cxnLst/>
              <a:rect r="r" b="b" t="t" l="l"/>
              <a:pathLst>
                <a:path h="1524000" w="9131808">
                  <a:moveTo>
                    <a:pt x="0" y="274320"/>
                  </a:moveTo>
                  <a:cubicBezTo>
                    <a:pt x="0" y="121793"/>
                    <a:pt x="127635" y="0"/>
                    <a:pt x="282829" y="0"/>
                  </a:cubicBezTo>
                  <a:lnTo>
                    <a:pt x="8848979" y="0"/>
                  </a:lnTo>
                  <a:lnTo>
                    <a:pt x="8848979" y="30480"/>
                  </a:lnTo>
                  <a:lnTo>
                    <a:pt x="8848979" y="0"/>
                  </a:lnTo>
                  <a:cubicBezTo>
                    <a:pt x="9004173" y="0"/>
                    <a:pt x="9131808" y="121793"/>
                    <a:pt x="9131808" y="274320"/>
                  </a:cubicBezTo>
                  <a:lnTo>
                    <a:pt x="9101328" y="274320"/>
                  </a:lnTo>
                  <a:lnTo>
                    <a:pt x="9131808" y="274320"/>
                  </a:lnTo>
                  <a:lnTo>
                    <a:pt x="9131808" y="1249680"/>
                  </a:lnTo>
                  <a:lnTo>
                    <a:pt x="9101328" y="1249680"/>
                  </a:lnTo>
                  <a:lnTo>
                    <a:pt x="9131808" y="1249680"/>
                  </a:lnTo>
                  <a:cubicBezTo>
                    <a:pt x="9131808" y="1402207"/>
                    <a:pt x="9004173" y="1524000"/>
                    <a:pt x="8848979" y="1524000"/>
                  </a:cubicBezTo>
                  <a:lnTo>
                    <a:pt x="8848979" y="1493520"/>
                  </a:lnTo>
                  <a:lnTo>
                    <a:pt x="8848979" y="1524000"/>
                  </a:lnTo>
                  <a:lnTo>
                    <a:pt x="282829" y="1524000"/>
                  </a:lnTo>
                  <a:lnTo>
                    <a:pt x="282829" y="1493520"/>
                  </a:lnTo>
                  <a:lnTo>
                    <a:pt x="282829" y="1524000"/>
                  </a:lnTo>
                  <a:cubicBezTo>
                    <a:pt x="127635" y="1524000"/>
                    <a:pt x="0" y="1402207"/>
                    <a:pt x="0" y="1249680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249680"/>
                  </a:lnTo>
                  <a:lnTo>
                    <a:pt x="30480" y="1249680"/>
                  </a:lnTo>
                  <a:lnTo>
                    <a:pt x="60960" y="1249680"/>
                  </a:lnTo>
                  <a:cubicBezTo>
                    <a:pt x="60960" y="1366520"/>
                    <a:pt x="159258" y="1463040"/>
                    <a:pt x="282829" y="1463040"/>
                  </a:cubicBezTo>
                  <a:lnTo>
                    <a:pt x="8848979" y="1463040"/>
                  </a:lnTo>
                  <a:cubicBezTo>
                    <a:pt x="8972423" y="1463040"/>
                    <a:pt x="9070848" y="1366520"/>
                    <a:pt x="9070848" y="1249680"/>
                  </a:cubicBezTo>
                  <a:lnTo>
                    <a:pt x="9070848" y="274320"/>
                  </a:lnTo>
                  <a:cubicBezTo>
                    <a:pt x="9070848" y="157480"/>
                    <a:pt x="8972550" y="60960"/>
                    <a:pt x="8848979" y="60960"/>
                  </a:cubicBezTo>
                  <a:lnTo>
                    <a:pt x="282829" y="60960"/>
                  </a:lnTo>
                  <a:lnTo>
                    <a:pt x="282829" y="30480"/>
                  </a:lnTo>
                  <a:lnTo>
                    <a:pt x="282829" y="60960"/>
                  </a:lnTo>
                  <a:cubicBezTo>
                    <a:pt x="159258" y="60960"/>
                    <a:pt x="60960" y="157480"/>
                    <a:pt x="60960" y="2743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142983" y="9314183"/>
            <a:ext cx="683771" cy="683771"/>
            <a:chOff x="0" y="0"/>
            <a:chExt cx="911695" cy="91169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155680" y="9326880"/>
            <a:ext cx="658368" cy="658368"/>
            <a:chOff x="0" y="0"/>
            <a:chExt cx="877824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960352" y="9217152"/>
            <a:ext cx="5669280" cy="475488"/>
            <a:chOff x="0" y="0"/>
            <a:chExt cx="755904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59040" cy="633984"/>
            </a:xfrm>
            <a:custGeom>
              <a:avLst/>
              <a:gdLst/>
              <a:ahLst/>
              <a:cxnLst/>
              <a:rect r="r" b="b" t="t" l="l"/>
              <a:pathLst>
                <a:path h="63398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321" r="0" b="-18232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75590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Layer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960352" y="9729216"/>
            <a:ext cx="5669280" cy="402336"/>
            <a:chOff x="0" y="0"/>
            <a:chExt cx="755904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Graphs · CSV · PDF report · Story chatbot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2523744" y="2683764"/>
            <a:ext cx="6083667" cy="7134387"/>
          </a:xfrm>
          <a:custGeom>
            <a:avLst/>
            <a:gdLst/>
            <a:ahLst/>
            <a:cxnLst/>
            <a:rect r="r" b="b" t="t" l="l"/>
            <a:pathLst>
              <a:path h="7134387" w="6083667">
                <a:moveTo>
                  <a:pt x="0" y="0"/>
                </a:moveTo>
                <a:lnTo>
                  <a:pt x="6083667" y="0"/>
                </a:lnTo>
                <a:lnTo>
                  <a:pt x="6083667" y="7134387"/>
                </a:lnTo>
                <a:lnTo>
                  <a:pt x="0" y="7134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76839" y="-12697"/>
            <a:ext cx="6023867" cy="10312403"/>
            <a:chOff x="0" y="0"/>
            <a:chExt cx="803182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99795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0E0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31735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031735">
                  <a:moveTo>
                    <a:pt x="16891" y="0"/>
                  </a:moveTo>
                  <a:lnTo>
                    <a:pt x="8014843" y="0"/>
                  </a:lnTo>
                  <a:cubicBezTo>
                    <a:pt x="8024241" y="0"/>
                    <a:pt x="8031735" y="7620"/>
                    <a:pt x="8031735" y="16891"/>
                  </a:cubicBezTo>
                  <a:lnTo>
                    <a:pt x="8031735" y="13732890"/>
                  </a:lnTo>
                  <a:cubicBezTo>
                    <a:pt x="8031735" y="13742290"/>
                    <a:pt x="8024114" y="13749782"/>
                    <a:pt x="801484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014843" y="13716000"/>
                  </a:lnTo>
                  <a:lnTo>
                    <a:pt x="8014843" y="13732890"/>
                  </a:lnTo>
                  <a:lnTo>
                    <a:pt x="7997952" y="13732890"/>
                  </a:lnTo>
                  <a:lnTo>
                    <a:pt x="7997952" y="16891"/>
                  </a:lnTo>
                  <a:lnTo>
                    <a:pt x="8014843" y="16891"/>
                  </a:lnTo>
                  <a:lnTo>
                    <a:pt x="8014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0E0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276839" y="353063"/>
            <a:ext cx="6023867" cy="9535163"/>
            <a:chOff x="0" y="0"/>
            <a:chExt cx="8031823" cy="127135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997952" cy="12679681"/>
            </a:xfrm>
            <a:custGeom>
              <a:avLst/>
              <a:gdLst/>
              <a:ahLst/>
              <a:cxnLst/>
              <a:rect r="r" b="b" t="t" l="l"/>
              <a:pathLst>
                <a:path h="12679681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12679681"/>
                  </a:lnTo>
                  <a:lnTo>
                    <a:pt x="0" y="12679681"/>
                  </a:lnTo>
                  <a:close/>
                </a:path>
              </a:pathLst>
            </a:custGeom>
            <a:solidFill>
              <a:srgbClr val="8B5E24">
                <a:alpha val="3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31735" cy="12713463"/>
            </a:xfrm>
            <a:custGeom>
              <a:avLst/>
              <a:gdLst/>
              <a:ahLst/>
              <a:cxnLst/>
              <a:rect r="r" b="b" t="t" l="l"/>
              <a:pathLst>
                <a:path h="12713463" w="8031735">
                  <a:moveTo>
                    <a:pt x="16891" y="0"/>
                  </a:moveTo>
                  <a:lnTo>
                    <a:pt x="8014843" y="0"/>
                  </a:lnTo>
                  <a:cubicBezTo>
                    <a:pt x="8024241" y="0"/>
                    <a:pt x="8031735" y="7620"/>
                    <a:pt x="8031735" y="16891"/>
                  </a:cubicBezTo>
                  <a:lnTo>
                    <a:pt x="8031735" y="12696572"/>
                  </a:lnTo>
                  <a:cubicBezTo>
                    <a:pt x="8031735" y="12705969"/>
                    <a:pt x="8024114" y="12713463"/>
                    <a:pt x="8014843" y="12713463"/>
                  </a:cubicBezTo>
                  <a:lnTo>
                    <a:pt x="16891" y="12713463"/>
                  </a:lnTo>
                  <a:cubicBezTo>
                    <a:pt x="7493" y="12713463"/>
                    <a:pt x="0" y="12705842"/>
                    <a:pt x="0" y="12696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96572"/>
                  </a:lnTo>
                  <a:lnTo>
                    <a:pt x="16891" y="12696572"/>
                  </a:lnTo>
                  <a:lnTo>
                    <a:pt x="16891" y="12679680"/>
                  </a:lnTo>
                  <a:lnTo>
                    <a:pt x="8014843" y="12679680"/>
                  </a:lnTo>
                  <a:lnTo>
                    <a:pt x="8014843" y="12696572"/>
                  </a:lnTo>
                  <a:lnTo>
                    <a:pt x="7997952" y="12696572"/>
                  </a:lnTo>
                  <a:lnTo>
                    <a:pt x="7997952" y="16891"/>
                  </a:lnTo>
                  <a:lnTo>
                    <a:pt x="8014843" y="16891"/>
                  </a:lnTo>
                  <a:lnTo>
                    <a:pt x="8014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E24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52327" y="1450343"/>
            <a:ext cx="427739" cy="6426203"/>
            <a:chOff x="0" y="0"/>
            <a:chExt cx="570319" cy="856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300967" y="1450343"/>
            <a:ext cx="427739" cy="6426203"/>
            <a:chOff x="0" y="0"/>
            <a:chExt cx="570319" cy="8568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7A3A1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3A1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849607" y="1450343"/>
            <a:ext cx="427739" cy="6426203"/>
            <a:chOff x="0" y="0"/>
            <a:chExt cx="570319" cy="8568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2D16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398247" y="1450343"/>
            <a:ext cx="427739" cy="6426203"/>
            <a:chOff x="0" y="0"/>
            <a:chExt cx="570319" cy="8568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5A381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A381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946887" y="1450343"/>
            <a:ext cx="427739" cy="6426203"/>
            <a:chOff x="0" y="0"/>
            <a:chExt cx="570319" cy="85682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8B603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603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495527" y="1450343"/>
            <a:ext cx="427739" cy="6426203"/>
            <a:chOff x="0" y="0"/>
            <a:chExt cx="570319" cy="8568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3D201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201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44167" y="1450343"/>
            <a:ext cx="427739" cy="6426203"/>
            <a:chOff x="0" y="0"/>
            <a:chExt cx="570319" cy="8568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6A482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482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592807" y="1450343"/>
            <a:ext cx="427739" cy="6426203"/>
            <a:chOff x="0" y="0"/>
            <a:chExt cx="570319" cy="85682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141447" y="1450343"/>
            <a:ext cx="427739" cy="6426203"/>
            <a:chOff x="0" y="0"/>
            <a:chExt cx="570319" cy="85682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7A3A1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3A1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690087" y="1450343"/>
            <a:ext cx="427739" cy="6426203"/>
            <a:chOff x="0" y="0"/>
            <a:chExt cx="570319" cy="8568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2D16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0230" cy="8568182"/>
            </a:xfrm>
            <a:custGeom>
              <a:avLst/>
              <a:gdLst/>
              <a:ahLst/>
              <a:cxnLst/>
              <a:rect r="r" b="b" t="t" l="l"/>
              <a:pathLst>
                <a:path h="856818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8551291"/>
                  </a:lnTo>
                  <a:cubicBezTo>
                    <a:pt x="570230" y="8560689"/>
                    <a:pt x="562610" y="8568182"/>
                    <a:pt x="553339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553339" y="8534400"/>
                  </a:lnTo>
                  <a:lnTo>
                    <a:pt x="553339" y="8551291"/>
                  </a:lnTo>
                  <a:lnTo>
                    <a:pt x="536448" y="855129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16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76839" y="8070599"/>
            <a:ext cx="6023867" cy="1488443"/>
            <a:chOff x="0" y="0"/>
            <a:chExt cx="8031823" cy="19845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997952" cy="1950720"/>
            </a:xfrm>
            <a:custGeom>
              <a:avLst/>
              <a:gdLst/>
              <a:ahLst/>
              <a:cxnLst/>
              <a:rect r="r" b="b" t="t" l="l"/>
              <a:pathLst>
                <a:path h="1950720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A160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31735" cy="1984502"/>
            </a:xfrm>
            <a:custGeom>
              <a:avLst/>
              <a:gdLst/>
              <a:ahLst/>
              <a:cxnLst/>
              <a:rect r="r" b="b" t="t" l="l"/>
              <a:pathLst>
                <a:path h="1984502" w="8031735">
                  <a:moveTo>
                    <a:pt x="16891" y="0"/>
                  </a:moveTo>
                  <a:lnTo>
                    <a:pt x="8014843" y="0"/>
                  </a:lnTo>
                  <a:cubicBezTo>
                    <a:pt x="8024241" y="0"/>
                    <a:pt x="8031735" y="7620"/>
                    <a:pt x="8031735" y="16891"/>
                  </a:cubicBezTo>
                  <a:lnTo>
                    <a:pt x="8031735" y="1967611"/>
                  </a:lnTo>
                  <a:cubicBezTo>
                    <a:pt x="8031735" y="1977009"/>
                    <a:pt x="8024114" y="1984502"/>
                    <a:pt x="8014843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8014843" y="1950720"/>
                  </a:lnTo>
                  <a:lnTo>
                    <a:pt x="8014843" y="1967611"/>
                  </a:lnTo>
                  <a:lnTo>
                    <a:pt x="7997952" y="1967611"/>
                  </a:lnTo>
                  <a:lnTo>
                    <a:pt x="7997952" y="16891"/>
                  </a:lnTo>
                  <a:lnTo>
                    <a:pt x="8014843" y="16891"/>
                  </a:lnTo>
                  <a:lnTo>
                    <a:pt x="80148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160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788903" y="6388103"/>
            <a:ext cx="4963163" cy="3134363"/>
            <a:chOff x="0" y="0"/>
            <a:chExt cx="6617551" cy="4179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65836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583680">
                  <a:moveTo>
                    <a:pt x="0" y="146304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6436995" y="0"/>
                  </a:lnTo>
                  <a:cubicBezTo>
                    <a:pt x="6518021" y="0"/>
                    <a:pt x="6583680" y="65532"/>
                    <a:pt x="6583680" y="146304"/>
                  </a:cubicBezTo>
                  <a:lnTo>
                    <a:pt x="6583680" y="3998976"/>
                  </a:lnTo>
                  <a:cubicBezTo>
                    <a:pt x="6583680" y="4079748"/>
                    <a:pt x="6518021" y="4145280"/>
                    <a:pt x="6436995" y="4145280"/>
                  </a:cubicBezTo>
                  <a:lnTo>
                    <a:pt x="146812" y="4145280"/>
                  </a:lnTo>
                  <a:cubicBezTo>
                    <a:pt x="65786" y="4145280"/>
                    <a:pt x="127" y="4079748"/>
                    <a:pt x="127" y="3998976"/>
                  </a:cubicBezTo>
                  <a:close/>
                </a:path>
              </a:pathLst>
            </a:custGeom>
            <a:solidFill>
              <a:srgbClr val="F5EED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17589" cy="4179062"/>
            </a:xfrm>
            <a:custGeom>
              <a:avLst/>
              <a:gdLst/>
              <a:ahLst/>
              <a:cxnLst/>
              <a:rect r="r" b="b" t="t" l="l"/>
              <a:pathLst>
                <a:path h="4179062" w="6617589">
                  <a:moveTo>
                    <a:pt x="0" y="163195"/>
                  </a:moveTo>
                  <a:cubicBezTo>
                    <a:pt x="0" y="73025"/>
                    <a:pt x="73279" y="0"/>
                    <a:pt x="163703" y="0"/>
                  </a:cubicBezTo>
                  <a:lnTo>
                    <a:pt x="6453886" y="0"/>
                  </a:lnTo>
                  <a:lnTo>
                    <a:pt x="6453886" y="16891"/>
                  </a:lnTo>
                  <a:lnTo>
                    <a:pt x="6453886" y="0"/>
                  </a:lnTo>
                  <a:cubicBezTo>
                    <a:pt x="6544183" y="0"/>
                    <a:pt x="6617589" y="73025"/>
                    <a:pt x="6617589" y="163195"/>
                  </a:cubicBezTo>
                  <a:lnTo>
                    <a:pt x="6600698" y="163195"/>
                  </a:lnTo>
                  <a:lnTo>
                    <a:pt x="6617589" y="163195"/>
                  </a:lnTo>
                  <a:lnTo>
                    <a:pt x="6617589" y="4015867"/>
                  </a:lnTo>
                  <a:lnTo>
                    <a:pt x="6600698" y="4015867"/>
                  </a:lnTo>
                  <a:lnTo>
                    <a:pt x="6617589" y="4015867"/>
                  </a:lnTo>
                  <a:cubicBezTo>
                    <a:pt x="6617589" y="4106037"/>
                    <a:pt x="6544310" y="4179062"/>
                    <a:pt x="6453886" y="4179062"/>
                  </a:cubicBezTo>
                  <a:lnTo>
                    <a:pt x="6453886" y="4162171"/>
                  </a:lnTo>
                  <a:lnTo>
                    <a:pt x="6453886" y="4179062"/>
                  </a:lnTo>
                  <a:lnTo>
                    <a:pt x="163703" y="4179062"/>
                  </a:lnTo>
                  <a:lnTo>
                    <a:pt x="163703" y="4162171"/>
                  </a:lnTo>
                  <a:lnTo>
                    <a:pt x="163703" y="4179062"/>
                  </a:lnTo>
                  <a:cubicBezTo>
                    <a:pt x="73279" y="4179189"/>
                    <a:pt x="0" y="4106164"/>
                    <a:pt x="0" y="4015867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015867"/>
                  </a:lnTo>
                  <a:lnTo>
                    <a:pt x="16891" y="4015867"/>
                  </a:lnTo>
                  <a:lnTo>
                    <a:pt x="33909" y="4015867"/>
                  </a:lnTo>
                  <a:cubicBezTo>
                    <a:pt x="33909" y="4087241"/>
                    <a:pt x="91948" y="4145280"/>
                    <a:pt x="163703" y="4145280"/>
                  </a:cubicBezTo>
                  <a:lnTo>
                    <a:pt x="6453886" y="4145280"/>
                  </a:lnTo>
                  <a:cubicBezTo>
                    <a:pt x="6525641" y="4145280"/>
                    <a:pt x="6583680" y="4087368"/>
                    <a:pt x="6583680" y="4015867"/>
                  </a:cubicBezTo>
                  <a:lnTo>
                    <a:pt x="6583680" y="163195"/>
                  </a:lnTo>
                  <a:cubicBezTo>
                    <a:pt x="6583680" y="91821"/>
                    <a:pt x="6525641" y="33782"/>
                    <a:pt x="6453886" y="33782"/>
                  </a:cubicBezTo>
                  <a:lnTo>
                    <a:pt x="163703" y="33782"/>
                  </a:lnTo>
                  <a:lnTo>
                    <a:pt x="163703" y="16891"/>
                  </a:lnTo>
                  <a:lnTo>
                    <a:pt x="163703" y="33909"/>
                  </a:lnTo>
                  <a:cubicBezTo>
                    <a:pt x="91948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C8B89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251430" y="6381750"/>
            <a:ext cx="38100" cy="3147060"/>
            <a:chOff x="0" y="0"/>
            <a:chExt cx="50800" cy="4196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5400"/>
              <a:ext cx="50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0800">
                  <a:moveTo>
                    <a:pt x="50800" y="0"/>
                  </a:moveTo>
                  <a:lnTo>
                    <a:pt x="50800" y="4145280"/>
                  </a:lnTo>
                  <a:lnTo>
                    <a:pt x="0" y="4145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B89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7824" y="694944"/>
            <a:ext cx="10972800" cy="1133856"/>
            <a:chOff x="0" y="0"/>
            <a:chExt cx="14630400" cy="15118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46304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Datasets &amp; Input Formats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9541" y="2077717"/>
            <a:ext cx="11023597" cy="2647693"/>
            <a:chOff x="0" y="0"/>
            <a:chExt cx="14698129" cy="35302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33909" y="33909"/>
              <a:ext cx="14630273" cy="3462528"/>
            </a:xfrm>
            <a:custGeom>
              <a:avLst/>
              <a:gdLst/>
              <a:ahLst/>
              <a:cxnLst/>
              <a:rect r="r" b="b" t="t" l="l"/>
              <a:pathLst>
                <a:path h="3462528" w="14630273">
                  <a:moveTo>
                    <a:pt x="0" y="292608"/>
                  </a:moveTo>
                  <a:cubicBezTo>
                    <a:pt x="0" y="130937"/>
                    <a:pt x="132969" y="0"/>
                    <a:pt x="296926" y="0"/>
                  </a:cubicBezTo>
                  <a:lnTo>
                    <a:pt x="14333347" y="0"/>
                  </a:lnTo>
                  <a:cubicBezTo>
                    <a:pt x="14497305" y="0"/>
                    <a:pt x="14630273" y="131064"/>
                    <a:pt x="14630273" y="292608"/>
                  </a:cubicBezTo>
                  <a:lnTo>
                    <a:pt x="14630273" y="3169920"/>
                  </a:lnTo>
                  <a:cubicBezTo>
                    <a:pt x="14630273" y="3331591"/>
                    <a:pt x="14497305" y="3462528"/>
                    <a:pt x="14333347" y="3462528"/>
                  </a:cubicBezTo>
                  <a:lnTo>
                    <a:pt x="296926" y="3462528"/>
                  </a:lnTo>
                  <a:cubicBezTo>
                    <a:pt x="132969" y="3462528"/>
                    <a:pt x="0" y="3331464"/>
                    <a:pt x="0" y="3169920"/>
                  </a:cubicBezTo>
                  <a:close/>
                </a:path>
              </a:pathLst>
            </a:custGeom>
            <a:solidFill>
              <a:srgbClr val="FFFBEB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98092" cy="3530346"/>
            </a:xfrm>
            <a:custGeom>
              <a:avLst/>
              <a:gdLst/>
              <a:ahLst/>
              <a:cxnLst/>
              <a:rect r="r" b="b" t="t" l="l"/>
              <a:pathLst>
                <a:path h="3530346" w="14698092">
                  <a:moveTo>
                    <a:pt x="0" y="326517"/>
                  </a:moveTo>
                  <a:cubicBezTo>
                    <a:pt x="0" y="145669"/>
                    <a:pt x="148590" y="0"/>
                    <a:pt x="330835" y="0"/>
                  </a:cubicBezTo>
                  <a:lnTo>
                    <a:pt x="14367256" y="0"/>
                  </a:lnTo>
                  <a:lnTo>
                    <a:pt x="14367256" y="33909"/>
                  </a:lnTo>
                  <a:lnTo>
                    <a:pt x="14367256" y="0"/>
                  </a:lnTo>
                  <a:cubicBezTo>
                    <a:pt x="14549501" y="0"/>
                    <a:pt x="14698092" y="145669"/>
                    <a:pt x="14698092" y="326517"/>
                  </a:cubicBezTo>
                  <a:lnTo>
                    <a:pt x="14664182" y="326517"/>
                  </a:lnTo>
                  <a:lnTo>
                    <a:pt x="14698092" y="326517"/>
                  </a:lnTo>
                  <a:lnTo>
                    <a:pt x="14698092" y="3203829"/>
                  </a:lnTo>
                  <a:lnTo>
                    <a:pt x="14664182" y="3203829"/>
                  </a:lnTo>
                  <a:lnTo>
                    <a:pt x="14698092" y="3203829"/>
                  </a:lnTo>
                  <a:cubicBezTo>
                    <a:pt x="14698092" y="3384550"/>
                    <a:pt x="14549501" y="3530346"/>
                    <a:pt x="14367256" y="3530346"/>
                  </a:cubicBezTo>
                  <a:lnTo>
                    <a:pt x="14367256" y="3496437"/>
                  </a:lnTo>
                  <a:lnTo>
                    <a:pt x="14367256" y="3530346"/>
                  </a:lnTo>
                  <a:lnTo>
                    <a:pt x="330835" y="3530346"/>
                  </a:lnTo>
                  <a:lnTo>
                    <a:pt x="330835" y="3496437"/>
                  </a:lnTo>
                  <a:lnTo>
                    <a:pt x="330835" y="3530346"/>
                  </a:lnTo>
                  <a:cubicBezTo>
                    <a:pt x="148590" y="3530219"/>
                    <a:pt x="0" y="3384550"/>
                    <a:pt x="0" y="3203829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03829"/>
                  </a:lnTo>
                  <a:lnTo>
                    <a:pt x="33909" y="3203829"/>
                  </a:lnTo>
                  <a:lnTo>
                    <a:pt x="67691" y="3203829"/>
                  </a:lnTo>
                  <a:cubicBezTo>
                    <a:pt x="67691" y="3346323"/>
                    <a:pt x="185039" y="3462528"/>
                    <a:pt x="330835" y="3462528"/>
                  </a:cubicBezTo>
                  <a:lnTo>
                    <a:pt x="14367256" y="3462528"/>
                  </a:lnTo>
                  <a:cubicBezTo>
                    <a:pt x="14513052" y="3462528"/>
                    <a:pt x="14630400" y="3346196"/>
                    <a:pt x="14630400" y="3203829"/>
                  </a:cubicBezTo>
                  <a:lnTo>
                    <a:pt x="14630400" y="326517"/>
                  </a:lnTo>
                  <a:cubicBezTo>
                    <a:pt x="14630400" y="184023"/>
                    <a:pt x="14513052" y="67818"/>
                    <a:pt x="14367256" y="67818"/>
                  </a:cubicBezTo>
                  <a:lnTo>
                    <a:pt x="330835" y="67818"/>
                  </a:lnTo>
                  <a:lnTo>
                    <a:pt x="330835" y="33909"/>
                  </a:lnTo>
                  <a:lnTo>
                    <a:pt x="330835" y="67691"/>
                  </a:lnTo>
                  <a:cubicBezTo>
                    <a:pt x="185039" y="67691"/>
                    <a:pt x="67691" y="184023"/>
                    <a:pt x="67691" y="32639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82247" y="2090423"/>
            <a:ext cx="10998203" cy="135131"/>
            <a:chOff x="0" y="0"/>
            <a:chExt cx="14664271" cy="1801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4630399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64182" cy="180088"/>
            </a:xfrm>
            <a:custGeom>
              <a:avLst/>
              <a:gdLst/>
              <a:ahLst/>
              <a:cxnLst/>
              <a:rect r="r" b="b" t="t" l="l"/>
              <a:pathLst>
                <a:path h="180088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63195"/>
                  </a:lnTo>
                  <a:cubicBezTo>
                    <a:pt x="14664182" y="172593"/>
                    <a:pt x="14656563" y="180086"/>
                    <a:pt x="146472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647290" y="146304"/>
                  </a:lnTo>
                  <a:lnTo>
                    <a:pt x="14647290" y="163195"/>
                  </a:lnTo>
                  <a:lnTo>
                    <a:pt x="14630400" y="163195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2267712"/>
            <a:ext cx="10607040" cy="438912"/>
            <a:chOff x="0" y="0"/>
            <a:chExt cx="14142720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142720" cy="585216"/>
            </a:xfrm>
            <a:custGeom>
              <a:avLst/>
              <a:gdLst/>
              <a:ahLst/>
              <a:cxnLst/>
              <a:rect r="r" b="b" t="t" l="l"/>
              <a:pathLst>
                <a:path h="585216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888" r="0" b="-4208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4142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400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DATASET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4400" y="2743200"/>
            <a:ext cx="10607040" cy="548640"/>
            <a:chOff x="0" y="0"/>
            <a:chExt cx="141427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414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Frankenstein — Mary Shelley  (Project Gutenberg, public domain)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65127" y="3388871"/>
            <a:ext cx="2549147" cy="1159259"/>
            <a:chOff x="0" y="0"/>
            <a:chExt cx="3398863" cy="15456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3365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3365119">
                  <a:moveTo>
                    <a:pt x="0" y="195072"/>
                  </a:moveTo>
                  <a:cubicBezTo>
                    <a:pt x="0" y="87376"/>
                    <a:pt x="88392" y="0"/>
                    <a:pt x="197485" y="0"/>
                  </a:cubicBezTo>
                  <a:lnTo>
                    <a:pt x="3167634" y="0"/>
                  </a:lnTo>
                  <a:cubicBezTo>
                    <a:pt x="3276727" y="0"/>
                    <a:pt x="3365119" y="87376"/>
                    <a:pt x="3365119" y="195072"/>
                  </a:cubicBezTo>
                  <a:lnTo>
                    <a:pt x="3365119" y="1316736"/>
                  </a:lnTo>
                  <a:cubicBezTo>
                    <a:pt x="3365119" y="1424432"/>
                    <a:pt x="3276727" y="1511808"/>
                    <a:pt x="3167634" y="1511808"/>
                  </a:cubicBezTo>
                  <a:lnTo>
                    <a:pt x="197485" y="1511808"/>
                  </a:lnTo>
                  <a:cubicBezTo>
                    <a:pt x="88392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989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98901">
                  <a:moveTo>
                    <a:pt x="0" y="211963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3184525" y="0"/>
                  </a:lnTo>
                  <a:lnTo>
                    <a:pt x="3184525" y="16891"/>
                  </a:lnTo>
                  <a:lnTo>
                    <a:pt x="3184525" y="0"/>
                  </a:lnTo>
                  <a:cubicBezTo>
                    <a:pt x="3302762" y="0"/>
                    <a:pt x="3398901" y="94742"/>
                    <a:pt x="3398901" y="211963"/>
                  </a:cubicBezTo>
                  <a:lnTo>
                    <a:pt x="3382010" y="211963"/>
                  </a:lnTo>
                  <a:lnTo>
                    <a:pt x="3398901" y="211963"/>
                  </a:lnTo>
                  <a:lnTo>
                    <a:pt x="3398901" y="1333627"/>
                  </a:lnTo>
                  <a:lnTo>
                    <a:pt x="3382010" y="1333627"/>
                  </a:lnTo>
                  <a:lnTo>
                    <a:pt x="3398901" y="1333627"/>
                  </a:lnTo>
                  <a:cubicBezTo>
                    <a:pt x="3398901" y="1450848"/>
                    <a:pt x="3302762" y="1545590"/>
                    <a:pt x="3184525" y="1545590"/>
                  </a:cubicBezTo>
                  <a:lnTo>
                    <a:pt x="3184525" y="1528699"/>
                  </a:lnTo>
                  <a:lnTo>
                    <a:pt x="3184525" y="1545590"/>
                  </a:lnTo>
                  <a:lnTo>
                    <a:pt x="214376" y="1545590"/>
                  </a:lnTo>
                  <a:lnTo>
                    <a:pt x="214376" y="1528699"/>
                  </a:lnTo>
                  <a:lnTo>
                    <a:pt x="214376" y="1545590"/>
                  </a:lnTo>
                  <a:cubicBezTo>
                    <a:pt x="96139" y="1545717"/>
                    <a:pt x="0" y="1450975"/>
                    <a:pt x="0" y="133362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333627"/>
                  </a:lnTo>
                  <a:lnTo>
                    <a:pt x="16891" y="1333627"/>
                  </a:lnTo>
                  <a:lnTo>
                    <a:pt x="33909" y="1333627"/>
                  </a:lnTo>
                  <a:cubicBezTo>
                    <a:pt x="33909" y="1431798"/>
                    <a:pt x="114554" y="1511808"/>
                    <a:pt x="214376" y="1511808"/>
                  </a:cubicBezTo>
                  <a:lnTo>
                    <a:pt x="3184525" y="1511808"/>
                  </a:lnTo>
                  <a:cubicBezTo>
                    <a:pt x="3284474" y="1511808"/>
                    <a:pt x="3364992" y="1431798"/>
                    <a:pt x="3364992" y="1333627"/>
                  </a:cubicBezTo>
                  <a:lnTo>
                    <a:pt x="3364992" y="211963"/>
                  </a:lnTo>
                  <a:cubicBezTo>
                    <a:pt x="3364992" y="113792"/>
                    <a:pt x="3284347" y="33782"/>
                    <a:pt x="3184525" y="33782"/>
                  </a:cubicBezTo>
                  <a:lnTo>
                    <a:pt x="214376" y="33782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427" y="33909"/>
                    <a:pt x="33909" y="113919"/>
                    <a:pt x="33909" y="212090"/>
                  </a:cubicBezTo>
                  <a:close/>
                </a:path>
              </a:pathLst>
            </a:custGeom>
            <a:solidFill>
              <a:srgbClr val="FDE68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77824" y="3474720"/>
            <a:ext cx="2523744" cy="402336"/>
            <a:chOff x="0" y="0"/>
            <a:chExt cx="3364992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64992" cy="536448"/>
            </a:xfrm>
            <a:custGeom>
              <a:avLst/>
              <a:gdLst/>
              <a:ahLst/>
              <a:cxnLst/>
              <a:rect r="r" b="b" t="t" l="l"/>
              <a:pathLst>
                <a:path h="53644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36499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77824" y="3840480"/>
            <a:ext cx="2523744" cy="548640"/>
            <a:chOff x="0" y="0"/>
            <a:chExt cx="3364992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 TXT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516887" y="3388871"/>
            <a:ext cx="2549147" cy="1159259"/>
            <a:chOff x="0" y="0"/>
            <a:chExt cx="3398863" cy="154567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3365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3365119">
                  <a:moveTo>
                    <a:pt x="0" y="195072"/>
                  </a:moveTo>
                  <a:cubicBezTo>
                    <a:pt x="0" y="87376"/>
                    <a:pt x="88392" y="0"/>
                    <a:pt x="197485" y="0"/>
                  </a:cubicBezTo>
                  <a:lnTo>
                    <a:pt x="3167634" y="0"/>
                  </a:lnTo>
                  <a:cubicBezTo>
                    <a:pt x="3276727" y="0"/>
                    <a:pt x="3365119" y="87376"/>
                    <a:pt x="3365119" y="195072"/>
                  </a:cubicBezTo>
                  <a:lnTo>
                    <a:pt x="3365119" y="1316736"/>
                  </a:lnTo>
                  <a:cubicBezTo>
                    <a:pt x="3365119" y="1424432"/>
                    <a:pt x="3276727" y="1511808"/>
                    <a:pt x="3167634" y="1511808"/>
                  </a:cubicBezTo>
                  <a:lnTo>
                    <a:pt x="197485" y="1511808"/>
                  </a:lnTo>
                  <a:cubicBezTo>
                    <a:pt x="88392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989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98901">
                  <a:moveTo>
                    <a:pt x="0" y="211963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3184525" y="0"/>
                  </a:lnTo>
                  <a:lnTo>
                    <a:pt x="3184525" y="16891"/>
                  </a:lnTo>
                  <a:lnTo>
                    <a:pt x="3184525" y="0"/>
                  </a:lnTo>
                  <a:cubicBezTo>
                    <a:pt x="3302762" y="0"/>
                    <a:pt x="3398901" y="94742"/>
                    <a:pt x="3398901" y="211963"/>
                  </a:cubicBezTo>
                  <a:lnTo>
                    <a:pt x="3382010" y="211963"/>
                  </a:lnTo>
                  <a:lnTo>
                    <a:pt x="3398901" y="211963"/>
                  </a:lnTo>
                  <a:lnTo>
                    <a:pt x="3398901" y="1333627"/>
                  </a:lnTo>
                  <a:lnTo>
                    <a:pt x="3382010" y="1333627"/>
                  </a:lnTo>
                  <a:lnTo>
                    <a:pt x="3398901" y="1333627"/>
                  </a:lnTo>
                  <a:cubicBezTo>
                    <a:pt x="3398901" y="1450848"/>
                    <a:pt x="3302762" y="1545590"/>
                    <a:pt x="3184525" y="1545590"/>
                  </a:cubicBezTo>
                  <a:lnTo>
                    <a:pt x="3184525" y="1528699"/>
                  </a:lnTo>
                  <a:lnTo>
                    <a:pt x="3184525" y="1545590"/>
                  </a:lnTo>
                  <a:lnTo>
                    <a:pt x="214376" y="1545590"/>
                  </a:lnTo>
                  <a:lnTo>
                    <a:pt x="214376" y="1528699"/>
                  </a:lnTo>
                  <a:lnTo>
                    <a:pt x="214376" y="1545590"/>
                  </a:lnTo>
                  <a:cubicBezTo>
                    <a:pt x="96139" y="1545717"/>
                    <a:pt x="0" y="1450975"/>
                    <a:pt x="0" y="133362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333627"/>
                  </a:lnTo>
                  <a:lnTo>
                    <a:pt x="16891" y="1333627"/>
                  </a:lnTo>
                  <a:lnTo>
                    <a:pt x="33909" y="1333627"/>
                  </a:lnTo>
                  <a:cubicBezTo>
                    <a:pt x="33909" y="1431798"/>
                    <a:pt x="114554" y="1511808"/>
                    <a:pt x="214376" y="1511808"/>
                  </a:cubicBezTo>
                  <a:lnTo>
                    <a:pt x="3184525" y="1511808"/>
                  </a:lnTo>
                  <a:cubicBezTo>
                    <a:pt x="3284474" y="1511808"/>
                    <a:pt x="3364992" y="1431798"/>
                    <a:pt x="3364992" y="1333627"/>
                  </a:cubicBezTo>
                  <a:lnTo>
                    <a:pt x="3364992" y="211963"/>
                  </a:lnTo>
                  <a:cubicBezTo>
                    <a:pt x="3364992" y="113792"/>
                    <a:pt x="3284347" y="33782"/>
                    <a:pt x="3184525" y="33782"/>
                  </a:cubicBezTo>
                  <a:lnTo>
                    <a:pt x="214376" y="33782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427" y="33909"/>
                    <a:pt x="33909" y="113919"/>
                    <a:pt x="33909" y="212090"/>
                  </a:cubicBezTo>
                  <a:close/>
                </a:path>
              </a:pathLst>
            </a:custGeom>
            <a:solidFill>
              <a:srgbClr val="FDE68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529584" y="3474720"/>
            <a:ext cx="2523744" cy="402336"/>
            <a:chOff x="0" y="0"/>
            <a:chExt cx="3364992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64992" cy="536448"/>
            </a:xfrm>
            <a:custGeom>
              <a:avLst/>
              <a:gdLst/>
              <a:ahLst/>
              <a:cxnLst/>
              <a:rect r="r" b="b" t="t" l="l"/>
              <a:pathLst>
                <a:path h="53644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36499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529584" y="3840480"/>
            <a:ext cx="2523744" cy="548640"/>
            <a:chOff x="0" y="0"/>
            <a:chExt cx="3364992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Letters + 24 Chapters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68647" y="3388871"/>
            <a:ext cx="2549147" cy="1159259"/>
            <a:chOff x="0" y="0"/>
            <a:chExt cx="3398863" cy="154567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3365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3365119">
                  <a:moveTo>
                    <a:pt x="0" y="195072"/>
                  </a:moveTo>
                  <a:cubicBezTo>
                    <a:pt x="0" y="87376"/>
                    <a:pt x="88392" y="0"/>
                    <a:pt x="197485" y="0"/>
                  </a:cubicBezTo>
                  <a:lnTo>
                    <a:pt x="3167634" y="0"/>
                  </a:lnTo>
                  <a:cubicBezTo>
                    <a:pt x="3276727" y="0"/>
                    <a:pt x="3365119" y="87376"/>
                    <a:pt x="3365119" y="195072"/>
                  </a:cubicBezTo>
                  <a:lnTo>
                    <a:pt x="3365119" y="1316736"/>
                  </a:lnTo>
                  <a:cubicBezTo>
                    <a:pt x="3365119" y="1424432"/>
                    <a:pt x="3276727" y="1511808"/>
                    <a:pt x="3167634" y="1511808"/>
                  </a:cubicBezTo>
                  <a:lnTo>
                    <a:pt x="197485" y="1511808"/>
                  </a:lnTo>
                  <a:cubicBezTo>
                    <a:pt x="88392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989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98901">
                  <a:moveTo>
                    <a:pt x="0" y="211963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3184525" y="0"/>
                  </a:lnTo>
                  <a:lnTo>
                    <a:pt x="3184525" y="16891"/>
                  </a:lnTo>
                  <a:lnTo>
                    <a:pt x="3184525" y="0"/>
                  </a:lnTo>
                  <a:cubicBezTo>
                    <a:pt x="3302762" y="0"/>
                    <a:pt x="3398901" y="94742"/>
                    <a:pt x="3398901" y="211963"/>
                  </a:cubicBezTo>
                  <a:lnTo>
                    <a:pt x="3382010" y="211963"/>
                  </a:lnTo>
                  <a:lnTo>
                    <a:pt x="3398901" y="211963"/>
                  </a:lnTo>
                  <a:lnTo>
                    <a:pt x="3398901" y="1333627"/>
                  </a:lnTo>
                  <a:lnTo>
                    <a:pt x="3382010" y="1333627"/>
                  </a:lnTo>
                  <a:lnTo>
                    <a:pt x="3398901" y="1333627"/>
                  </a:lnTo>
                  <a:cubicBezTo>
                    <a:pt x="3398901" y="1450848"/>
                    <a:pt x="3302762" y="1545590"/>
                    <a:pt x="3184525" y="1545590"/>
                  </a:cubicBezTo>
                  <a:lnTo>
                    <a:pt x="3184525" y="1528699"/>
                  </a:lnTo>
                  <a:lnTo>
                    <a:pt x="3184525" y="1545590"/>
                  </a:lnTo>
                  <a:lnTo>
                    <a:pt x="214376" y="1545590"/>
                  </a:lnTo>
                  <a:lnTo>
                    <a:pt x="214376" y="1528699"/>
                  </a:lnTo>
                  <a:lnTo>
                    <a:pt x="214376" y="1545590"/>
                  </a:lnTo>
                  <a:cubicBezTo>
                    <a:pt x="96139" y="1545717"/>
                    <a:pt x="0" y="1450975"/>
                    <a:pt x="0" y="133362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333627"/>
                  </a:lnTo>
                  <a:lnTo>
                    <a:pt x="16891" y="1333627"/>
                  </a:lnTo>
                  <a:lnTo>
                    <a:pt x="33909" y="1333627"/>
                  </a:lnTo>
                  <a:cubicBezTo>
                    <a:pt x="33909" y="1431798"/>
                    <a:pt x="114554" y="1511808"/>
                    <a:pt x="214376" y="1511808"/>
                  </a:cubicBezTo>
                  <a:lnTo>
                    <a:pt x="3184525" y="1511808"/>
                  </a:lnTo>
                  <a:cubicBezTo>
                    <a:pt x="3284474" y="1511808"/>
                    <a:pt x="3364992" y="1431798"/>
                    <a:pt x="3364992" y="1333627"/>
                  </a:cubicBezTo>
                  <a:lnTo>
                    <a:pt x="3364992" y="211963"/>
                  </a:lnTo>
                  <a:cubicBezTo>
                    <a:pt x="3364992" y="113792"/>
                    <a:pt x="3284347" y="33782"/>
                    <a:pt x="3184525" y="33782"/>
                  </a:cubicBezTo>
                  <a:lnTo>
                    <a:pt x="214376" y="33782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427" y="33909"/>
                    <a:pt x="33909" y="113919"/>
                    <a:pt x="33909" y="212090"/>
                  </a:cubicBezTo>
                  <a:close/>
                </a:path>
              </a:pathLst>
            </a:custGeom>
            <a:solidFill>
              <a:srgbClr val="FDE68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181344" y="3474720"/>
            <a:ext cx="2523744" cy="402336"/>
            <a:chOff x="0" y="0"/>
            <a:chExt cx="3364992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64992" cy="536448"/>
            </a:xfrm>
            <a:custGeom>
              <a:avLst/>
              <a:gdLst/>
              <a:ahLst/>
              <a:cxnLst/>
              <a:rect r="r" b="b" t="t" l="l"/>
              <a:pathLst>
                <a:path h="53644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36499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Words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181344" y="3840480"/>
            <a:ext cx="2523744" cy="548640"/>
            <a:chOff x="0" y="0"/>
            <a:chExt cx="3364992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~75,000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820407" y="3388871"/>
            <a:ext cx="2549147" cy="1159259"/>
            <a:chOff x="0" y="0"/>
            <a:chExt cx="3398863" cy="154567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3365119" cy="1511808"/>
            </a:xfrm>
            <a:custGeom>
              <a:avLst/>
              <a:gdLst/>
              <a:ahLst/>
              <a:cxnLst/>
              <a:rect r="r" b="b" t="t" l="l"/>
              <a:pathLst>
                <a:path h="1511808" w="3365119">
                  <a:moveTo>
                    <a:pt x="0" y="195072"/>
                  </a:moveTo>
                  <a:cubicBezTo>
                    <a:pt x="0" y="87376"/>
                    <a:pt x="88392" y="0"/>
                    <a:pt x="197485" y="0"/>
                  </a:cubicBezTo>
                  <a:lnTo>
                    <a:pt x="3167634" y="0"/>
                  </a:lnTo>
                  <a:cubicBezTo>
                    <a:pt x="3276727" y="0"/>
                    <a:pt x="3365119" y="87376"/>
                    <a:pt x="3365119" y="195072"/>
                  </a:cubicBezTo>
                  <a:lnTo>
                    <a:pt x="3365119" y="1316736"/>
                  </a:lnTo>
                  <a:cubicBezTo>
                    <a:pt x="3365119" y="1424432"/>
                    <a:pt x="3276727" y="1511808"/>
                    <a:pt x="3167634" y="1511808"/>
                  </a:cubicBezTo>
                  <a:lnTo>
                    <a:pt x="197485" y="1511808"/>
                  </a:lnTo>
                  <a:cubicBezTo>
                    <a:pt x="88392" y="1511808"/>
                    <a:pt x="0" y="1424432"/>
                    <a:pt x="0" y="1316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3989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98901">
                  <a:moveTo>
                    <a:pt x="0" y="211963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3184525" y="0"/>
                  </a:lnTo>
                  <a:lnTo>
                    <a:pt x="3184525" y="16891"/>
                  </a:lnTo>
                  <a:lnTo>
                    <a:pt x="3184525" y="0"/>
                  </a:lnTo>
                  <a:cubicBezTo>
                    <a:pt x="3302762" y="0"/>
                    <a:pt x="3398901" y="94742"/>
                    <a:pt x="3398901" y="211963"/>
                  </a:cubicBezTo>
                  <a:lnTo>
                    <a:pt x="3382010" y="211963"/>
                  </a:lnTo>
                  <a:lnTo>
                    <a:pt x="3398901" y="211963"/>
                  </a:lnTo>
                  <a:lnTo>
                    <a:pt x="3398901" y="1333627"/>
                  </a:lnTo>
                  <a:lnTo>
                    <a:pt x="3382010" y="1333627"/>
                  </a:lnTo>
                  <a:lnTo>
                    <a:pt x="3398901" y="1333627"/>
                  </a:lnTo>
                  <a:cubicBezTo>
                    <a:pt x="3398901" y="1450848"/>
                    <a:pt x="3302762" y="1545590"/>
                    <a:pt x="3184525" y="1545590"/>
                  </a:cubicBezTo>
                  <a:lnTo>
                    <a:pt x="3184525" y="1528699"/>
                  </a:lnTo>
                  <a:lnTo>
                    <a:pt x="3184525" y="1545590"/>
                  </a:lnTo>
                  <a:lnTo>
                    <a:pt x="214376" y="1545590"/>
                  </a:lnTo>
                  <a:lnTo>
                    <a:pt x="214376" y="1528699"/>
                  </a:lnTo>
                  <a:lnTo>
                    <a:pt x="214376" y="1545590"/>
                  </a:lnTo>
                  <a:cubicBezTo>
                    <a:pt x="96139" y="1545717"/>
                    <a:pt x="0" y="1450975"/>
                    <a:pt x="0" y="133362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333627"/>
                  </a:lnTo>
                  <a:lnTo>
                    <a:pt x="16891" y="1333627"/>
                  </a:lnTo>
                  <a:lnTo>
                    <a:pt x="33909" y="1333627"/>
                  </a:lnTo>
                  <a:cubicBezTo>
                    <a:pt x="33909" y="1431798"/>
                    <a:pt x="114554" y="1511808"/>
                    <a:pt x="214376" y="1511808"/>
                  </a:cubicBezTo>
                  <a:lnTo>
                    <a:pt x="3184525" y="1511808"/>
                  </a:lnTo>
                  <a:cubicBezTo>
                    <a:pt x="3284474" y="1511808"/>
                    <a:pt x="3364992" y="1431798"/>
                    <a:pt x="3364992" y="1333627"/>
                  </a:cubicBezTo>
                  <a:lnTo>
                    <a:pt x="3364992" y="211963"/>
                  </a:lnTo>
                  <a:cubicBezTo>
                    <a:pt x="3364992" y="113792"/>
                    <a:pt x="3284347" y="33782"/>
                    <a:pt x="3184525" y="33782"/>
                  </a:cubicBezTo>
                  <a:lnTo>
                    <a:pt x="214376" y="33782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427" y="33909"/>
                    <a:pt x="33909" y="113919"/>
                    <a:pt x="33909" y="212090"/>
                  </a:cubicBezTo>
                  <a:close/>
                </a:path>
              </a:pathLst>
            </a:custGeom>
            <a:solidFill>
              <a:srgbClr val="FDE68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833104" y="3474720"/>
            <a:ext cx="2523744" cy="402336"/>
            <a:chOff x="0" y="0"/>
            <a:chExt cx="3364992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364992" cy="536448"/>
            </a:xfrm>
            <a:custGeom>
              <a:avLst/>
              <a:gdLst/>
              <a:ahLst/>
              <a:cxnLst/>
              <a:rect r="r" b="b" t="t" l="l"/>
              <a:pathLst>
                <a:path h="536448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24" r="0" b="-7222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36499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Paragraphs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833104" y="3840480"/>
            <a:ext cx="2523744" cy="548640"/>
            <a:chOff x="0" y="0"/>
            <a:chExt cx="3364992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64992" cy="731520"/>
            </a:xfrm>
            <a:custGeom>
              <a:avLst/>
              <a:gdLst/>
              <a:ahLst/>
              <a:cxnLst/>
              <a:rect r="r" b="b" t="t" l="l"/>
              <a:pathLst>
                <a:path h="7315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3649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~320 units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94944" y="4846320"/>
            <a:ext cx="10972800" cy="475488"/>
            <a:chOff x="0" y="0"/>
            <a:chExt cx="14630400" cy="6339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30400" cy="633984"/>
            </a:xfrm>
            <a:custGeom>
              <a:avLst/>
              <a:gdLst/>
              <a:ahLst/>
              <a:cxnLst/>
              <a:rect r="r" b="b" t="t" l="l"/>
              <a:pathLst>
                <a:path h="63398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46304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3D3D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SUPPORTED INPUT FORMATS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72084" y="5426964"/>
            <a:ext cx="3410712" cy="1399032"/>
            <a:chOff x="0" y="0"/>
            <a:chExt cx="4547616" cy="186537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82247" y="5437127"/>
            <a:ext cx="3390395" cy="116843"/>
            <a:chOff x="0" y="0"/>
            <a:chExt cx="4520527" cy="1557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41248" y="5632704"/>
            <a:ext cx="3072384" cy="475488"/>
            <a:chOff x="0" y="0"/>
            <a:chExt cx="4096512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📄 TXT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41248" y="6144768"/>
            <a:ext cx="3072384" cy="548640"/>
            <a:chOff x="0" y="0"/>
            <a:chExt cx="4096512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decode_text_bytes() — utf-16, utf-8-sig, cp1252 fallbacks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4256532" y="5426964"/>
            <a:ext cx="3410712" cy="1399032"/>
            <a:chOff x="0" y="0"/>
            <a:chExt cx="4547616" cy="186537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266695" y="5437127"/>
            <a:ext cx="3390395" cy="116843"/>
            <a:chOff x="0" y="0"/>
            <a:chExt cx="4520527" cy="15579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425696" y="5632704"/>
            <a:ext cx="3072384" cy="475488"/>
            <a:chOff x="0" y="0"/>
            <a:chExt cx="4096512" cy="6339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📕 PDF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425696" y="6144768"/>
            <a:ext cx="3072384" cy="548640"/>
            <a:chOff x="0" y="0"/>
            <a:chExt cx="4096512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pypdf PdfReader + fitz block extraction; OCR fallback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840980" y="5426964"/>
            <a:ext cx="3410712" cy="1399032"/>
            <a:chOff x="0" y="0"/>
            <a:chExt cx="4547616" cy="186537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7851143" y="5437127"/>
            <a:ext cx="3390395" cy="116843"/>
            <a:chOff x="0" y="0"/>
            <a:chExt cx="4520527" cy="15579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8010144" y="5632704"/>
            <a:ext cx="3072384" cy="475488"/>
            <a:chOff x="0" y="0"/>
            <a:chExt cx="4096512" cy="63398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📘 DOCX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8010144" y="6144768"/>
            <a:ext cx="3072384" cy="548640"/>
            <a:chOff x="0" y="0"/>
            <a:chExt cx="4096512" cy="7315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python-docx Document(); paragraphs joined with \n\n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672084" y="6963156"/>
            <a:ext cx="3410712" cy="1399032"/>
            <a:chOff x="0" y="0"/>
            <a:chExt cx="4547616" cy="186537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682247" y="6973319"/>
            <a:ext cx="3390395" cy="116843"/>
            <a:chOff x="0" y="0"/>
            <a:chExt cx="4520527" cy="1557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841248" y="7168896"/>
            <a:ext cx="3072384" cy="475488"/>
            <a:chOff x="0" y="0"/>
            <a:chExt cx="4096512" cy="63398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🖼 Image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841248" y="7680960"/>
            <a:ext cx="3072384" cy="548640"/>
            <a:chOff x="0" y="0"/>
            <a:chExt cx="4096512" cy="73152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PIL preprocess → pytesseract OEM3 PSM6 OCR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4256532" y="6963156"/>
            <a:ext cx="3410712" cy="1399032"/>
            <a:chOff x="0" y="0"/>
            <a:chExt cx="4547616" cy="186537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4266695" y="6973319"/>
            <a:ext cx="3390395" cy="116843"/>
            <a:chOff x="0" y="0"/>
            <a:chExt cx="4520527" cy="15579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4425696" y="7168896"/>
            <a:ext cx="3072384" cy="475488"/>
            <a:chOff x="0" y="0"/>
            <a:chExt cx="4096512" cy="63398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🗜 ZIP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4425696" y="7680960"/>
            <a:ext cx="3072384" cy="548640"/>
            <a:chOff x="0" y="0"/>
            <a:chExt cx="4096512" cy="73152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ZipFile walker; processes all supported files inside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7840980" y="6963156"/>
            <a:ext cx="3410712" cy="1399032"/>
            <a:chOff x="0" y="0"/>
            <a:chExt cx="4547616" cy="186537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30480" y="30480"/>
              <a:ext cx="4486656" cy="1804416"/>
            </a:xfrm>
            <a:custGeom>
              <a:avLst/>
              <a:gdLst/>
              <a:ahLst/>
              <a:cxnLst/>
              <a:rect r="r" b="b" t="t" l="l"/>
              <a:pathLst>
                <a:path h="1804416" w="4486656">
                  <a:moveTo>
                    <a:pt x="0" y="243840"/>
                  </a:moveTo>
                  <a:cubicBezTo>
                    <a:pt x="0" y="109220"/>
                    <a:pt x="111379" y="0"/>
                    <a:pt x="248666" y="0"/>
                  </a:cubicBezTo>
                  <a:lnTo>
                    <a:pt x="4237990" y="0"/>
                  </a:lnTo>
                  <a:cubicBezTo>
                    <a:pt x="4375404" y="0"/>
                    <a:pt x="4486656" y="109220"/>
                    <a:pt x="4486656" y="243840"/>
                  </a:cubicBezTo>
                  <a:lnTo>
                    <a:pt x="4486656" y="1560576"/>
                  </a:lnTo>
                  <a:cubicBezTo>
                    <a:pt x="4486656" y="1695196"/>
                    <a:pt x="4375277" y="1804416"/>
                    <a:pt x="4237990" y="1804416"/>
                  </a:cubicBezTo>
                  <a:lnTo>
                    <a:pt x="248666" y="1804416"/>
                  </a:lnTo>
                  <a:cubicBezTo>
                    <a:pt x="111252" y="1804416"/>
                    <a:pt x="0" y="1695196"/>
                    <a:pt x="0" y="15605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547616" cy="1865376"/>
            </a:xfrm>
            <a:custGeom>
              <a:avLst/>
              <a:gdLst/>
              <a:ahLst/>
              <a:cxnLst/>
              <a:rect r="r" b="b" t="t" l="l"/>
              <a:pathLst>
                <a:path h="1865376" w="4547616">
                  <a:moveTo>
                    <a:pt x="0" y="274320"/>
                  </a:moveTo>
                  <a:cubicBezTo>
                    <a:pt x="0" y="122301"/>
                    <a:pt x="125603" y="0"/>
                    <a:pt x="279146" y="0"/>
                  </a:cubicBezTo>
                  <a:lnTo>
                    <a:pt x="4268470" y="0"/>
                  </a:lnTo>
                  <a:lnTo>
                    <a:pt x="4268470" y="30480"/>
                  </a:lnTo>
                  <a:lnTo>
                    <a:pt x="4268470" y="0"/>
                  </a:lnTo>
                  <a:cubicBezTo>
                    <a:pt x="4422140" y="0"/>
                    <a:pt x="4547616" y="122301"/>
                    <a:pt x="4547616" y="274320"/>
                  </a:cubicBezTo>
                  <a:lnTo>
                    <a:pt x="4517136" y="274320"/>
                  </a:lnTo>
                  <a:lnTo>
                    <a:pt x="4547616" y="274320"/>
                  </a:lnTo>
                  <a:lnTo>
                    <a:pt x="4547616" y="1591056"/>
                  </a:lnTo>
                  <a:lnTo>
                    <a:pt x="4517136" y="1591056"/>
                  </a:lnTo>
                  <a:lnTo>
                    <a:pt x="4547616" y="1591056"/>
                  </a:lnTo>
                  <a:cubicBezTo>
                    <a:pt x="4547616" y="1743075"/>
                    <a:pt x="4422013" y="1865376"/>
                    <a:pt x="4268470" y="1865376"/>
                  </a:cubicBezTo>
                  <a:lnTo>
                    <a:pt x="4268470" y="1834896"/>
                  </a:lnTo>
                  <a:lnTo>
                    <a:pt x="4268470" y="1865376"/>
                  </a:lnTo>
                  <a:lnTo>
                    <a:pt x="279146" y="1865376"/>
                  </a:lnTo>
                  <a:lnTo>
                    <a:pt x="279146" y="1834896"/>
                  </a:lnTo>
                  <a:lnTo>
                    <a:pt x="279146" y="1865376"/>
                  </a:lnTo>
                  <a:cubicBezTo>
                    <a:pt x="125603" y="1865376"/>
                    <a:pt x="0" y="1743075"/>
                    <a:pt x="0" y="1591056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591056"/>
                  </a:lnTo>
                  <a:lnTo>
                    <a:pt x="30480" y="1591056"/>
                  </a:lnTo>
                  <a:lnTo>
                    <a:pt x="60960" y="1591056"/>
                  </a:lnTo>
                  <a:cubicBezTo>
                    <a:pt x="60960" y="1708277"/>
                    <a:pt x="158115" y="1804416"/>
                    <a:pt x="279146" y="1804416"/>
                  </a:cubicBezTo>
                  <a:lnTo>
                    <a:pt x="4268470" y="1804416"/>
                  </a:lnTo>
                  <a:cubicBezTo>
                    <a:pt x="4389501" y="1804416"/>
                    <a:pt x="4486656" y="1708277"/>
                    <a:pt x="4486656" y="1591056"/>
                  </a:cubicBezTo>
                  <a:lnTo>
                    <a:pt x="4486656" y="274320"/>
                  </a:lnTo>
                  <a:cubicBezTo>
                    <a:pt x="4486656" y="157099"/>
                    <a:pt x="4389501" y="60960"/>
                    <a:pt x="4268470" y="60960"/>
                  </a:cubicBezTo>
                  <a:lnTo>
                    <a:pt x="279146" y="60960"/>
                  </a:lnTo>
                  <a:lnTo>
                    <a:pt x="279146" y="30480"/>
                  </a:lnTo>
                  <a:lnTo>
                    <a:pt x="279146" y="60960"/>
                  </a:lnTo>
                  <a:cubicBezTo>
                    <a:pt x="158115" y="60960"/>
                    <a:pt x="60960" y="157099"/>
                    <a:pt x="60960" y="27432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7851143" y="6973319"/>
            <a:ext cx="3390395" cy="116843"/>
            <a:chOff x="0" y="0"/>
            <a:chExt cx="4520527" cy="15579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4486656" cy="121920"/>
            </a:xfrm>
            <a:custGeom>
              <a:avLst/>
              <a:gdLst/>
              <a:ahLst/>
              <a:cxnLst/>
              <a:rect r="r" b="b" t="t" l="l"/>
              <a:pathLst>
                <a:path h="121920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520438" cy="155704"/>
            </a:xfrm>
            <a:custGeom>
              <a:avLst/>
              <a:gdLst/>
              <a:ahLst/>
              <a:cxnLst/>
              <a:rect r="r" b="b" t="t" l="l"/>
              <a:pathLst>
                <a:path h="155704" w="4520438">
                  <a:moveTo>
                    <a:pt x="16891" y="0"/>
                  </a:moveTo>
                  <a:lnTo>
                    <a:pt x="4503547" y="0"/>
                  </a:lnTo>
                  <a:cubicBezTo>
                    <a:pt x="4512945" y="0"/>
                    <a:pt x="4520438" y="7620"/>
                    <a:pt x="4520438" y="16891"/>
                  </a:cubicBezTo>
                  <a:lnTo>
                    <a:pt x="4520438" y="138811"/>
                  </a:lnTo>
                  <a:cubicBezTo>
                    <a:pt x="4520438" y="148209"/>
                    <a:pt x="4512818" y="155702"/>
                    <a:pt x="4503547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4503547" y="121920"/>
                  </a:lnTo>
                  <a:lnTo>
                    <a:pt x="4503547" y="138811"/>
                  </a:lnTo>
                  <a:lnTo>
                    <a:pt x="4486656" y="138811"/>
                  </a:lnTo>
                  <a:lnTo>
                    <a:pt x="4486656" y="16891"/>
                  </a:lnTo>
                  <a:lnTo>
                    <a:pt x="4503547" y="16891"/>
                  </a:lnTo>
                  <a:lnTo>
                    <a:pt x="45035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8010144" y="7168896"/>
            <a:ext cx="3072384" cy="475488"/>
            <a:chOff x="0" y="0"/>
            <a:chExt cx="4096512" cy="63398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096512" cy="633984"/>
            </a:xfrm>
            <a:custGeom>
              <a:avLst/>
              <a:gdLst/>
              <a:ahLst/>
              <a:cxnLst/>
              <a:rect r="r" b="b" t="t" l="l"/>
              <a:pathLst>
                <a:path h="63398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03" r="0" b="-75903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47625"/>
              <a:ext cx="409651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Paste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010144" y="7680960"/>
            <a:ext cx="3072384" cy="548640"/>
            <a:chOff x="0" y="0"/>
            <a:chExt cx="4096512" cy="73152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096512" cy="731520"/>
            </a:xfrm>
            <a:custGeom>
              <a:avLst/>
              <a:gdLst/>
              <a:ahLst/>
              <a:cxnLst/>
              <a:rect r="r" b="b" t="t" l="l"/>
              <a:pathLst>
                <a:path h="7315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40965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Direct textarea; same normalization pipeline applied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681460" y="2080260"/>
            <a:ext cx="6117336" cy="6556248"/>
            <a:chOff x="0" y="0"/>
            <a:chExt cx="8156448" cy="874166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30480" y="30480"/>
              <a:ext cx="8095488" cy="8680704"/>
            </a:xfrm>
            <a:custGeom>
              <a:avLst/>
              <a:gdLst/>
              <a:ahLst/>
              <a:cxnLst/>
              <a:rect r="r" b="b" t="t" l="l"/>
              <a:pathLst>
                <a:path h="8680704" w="8095488">
                  <a:moveTo>
                    <a:pt x="0" y="292735"/>
                  </a:moveTo>
                  <a:cubicBezTo>
                    <a:pt x="0" y="131064"/>
                    <a:pt x="130937" y="0"/>
                    <a:pt x="292608" y="0"/>
                  </a:cubicBezTo>
                  <a:lnTo>
                    <a:pt x="7802880" y="0"/>
                  </a:lnTo>
                  <a:cubicBezTo>
                    <a:pt x="7964423" y="0"/>
                    <a:pt x="8095488" y="131064"/>
                    <a:pt x="8095488" y="292735"/>
                  </a:cubicBezTo>
                  <a:lnTo>
                    <a:pt x="8095488" y="8387969"/>
                  </a:lnTo>
                  <a:cubicBezTo>
                    <a:pt x="8095488" y="8549640"/>
                    <a:pt x="7964551" y="8680704"/>
                    <a:pt x="7802880" y="8680704"/>
                  </a:cubicBezTo>
                  <a:lnTo>
                    <a:pt x="292608" y="8680704"/>
                  </a:lnTo>
                  <a:cubicBezTo>
                    <a:pt x="131064" y="8680704"/>
                    <a:pt x="0" y="8549640"/>
                    <a:pt x="0" y="8387969"/>
                  </a:cubicBezTo>
                  <a:close/>
                </a:path>
              </a:pathLst>
            </a:custGeom>
            <a:solidFill>
              <a:srgbClr val="F0FDF9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8156448" cy="8741664"/>
            </a:xfrm>
            <a:custGeom>
              <a:avLst/>
              <a:gdLst/>
              <a:ahLst/>
              <a:cxnLst/>
              <a:rect r="r" b="b" t="t" l="l"/>
              <a:pathLst>
                <a:path h="8741664" w="8156448">
                  <a:moveTo>
                    <a:pt x="0" y="323215"/>
                  </a:moveTo>
                  <a:cubicBezTo>
                    <a:pt x="0" y="144653"/>
                    <a:pt x="144653" y="0"/>
                    <a:pt x="323088" y="0"/>
                  </a:cubicBezTo>
                  <a:lnTo>
                    <a:pt x="7833360" y="0"/>
                  </a:lnTo>
                  <a:lnTo>
                    <a:pt x="7833360" y="30480"/>
                  </a:lnTo>
                  <a:lnTo>
                    <a:pt x="7833360" y="0"/>
                  </a:lnTo>
                  <a:cubicBezTo>
                    <a:pt x="8011795" y="0"/>
                    <a:pt x="8156448" y="144653"/>
                    <a:pt x="8156448" y="323215"/>
                  </a:cubicBezTo>
                  <a:lnTo>
                    <a:pt x="8125968" y="323215"/>
                  </a:lnTo>
                  <a:lnTo>
                    <a:pt x="8156448" y="323215"/>
                  </a:lnTo>
                  <a:lnTo>
                    <a:pt x="8156448" y="8418449"/>
                  </a:lnTo>
                  <a:lnTo>
                    <a:pt x="8125968" y="8418449"/>
                  </a:lnTo>
                  <a:lnTo>
                    <a:pt x="8156448" y="8418449"/>
                  </a:lnTo>
                  <a:cubicBezTo>
                    <a:pt x="8156448" y="8596884"/>
                    <a:pt x="8011795" y="8741664"/>
                    <a:pt x="7833360" y="8741664"/>
                  </a:cubicBezTo>
                  <a:lnTo>
                    <a:pt x="7833360" y="8711184"/>
                  </a:lnTo>
                  <a:lnTo>
                    <a:pt x="7833360" y="8741664"/>
                  </a:lnTo>
                  <a:lnTo>
                    <a:pt x="323088" y="8741664"/>
                  </a:lnTo>
                  <a:lnTo>
                    <a:pt x="323088" y="8711184"/>
                  </a:lnTo>
                  <a:lnTo>
                    <a:pt x="323088" y="8741664"/>
                  </a:lnTo>
                  <a:cubicBezTo>
                    <a:pt x="144653" y="8741664"/>
                    <a:pt x="0" y="8597011"/>
                    <a:pt x="0" y="8418449"/>
                  </a:cubicBezTo>
                  <a:lnTo>
                    <a:pt x="0" y="323215"/>
                  </a:lnTo>
                  <a:lnTo>
                    <a:pt x="30480" y="323215"/>
                  </a:lnTo>
                  <a:lnTo>
                    <a:pt x="0" y="323215"/>
                  </a:lnTo>
                  <a:moveTo>
                    <a:pt x="60960" y="323215"/>
                  </a:moveTo>
                  <a:lnTo>
                    <a:pt x="60960" y="8418449"/>
                  </a:lnTo>
                  <a:lnTo>
                    <a:pt x="30480" y="8418449"/>
                  </a:lnTo>
                  <a:lnTo>
                    <a:pt x="60960" y="8418449"/>
                  </a:lnTo>
                  <a:cubicBezTo>
                    <a:pt x="60960" y="8563356"/>
                    <a:pt x="178308" y="8680704"/>
                    <a:pt x="323088" y="8680704"/>
                  </a:cubicBezTo>
                  <a:lnTo>
                    <a:pt x="7833360" y="8680704"/>
                  </a:lnTo>
                  <a:cubicBezTo>
                    <a:pt x="7978140" y="8680704"/>
                    <a:pt x="8095488" y="8563356"/>
                    <a:pt x="8095488" y="8418449"/>
                  </a:cubicBezTo>
                  <a:lnTo>
                    <a:pt x="8095488" y="323215"/>
                  </a:lnTo>
                  <a:cubicBezTo>
                    <a:pt x="8095488" y="178308"/>
                    <a:pt x="7978140" y="60960"/>
                    <a:pt x="7833360" y="60960"/>
                  </a:cubicBezTo>
                  <a:lnTo>
                    <a:pt x="323088" y="60960"/>
                  </a:lnTo>
                  <a:lnTo>
                    <a:pt x="323088" y="30480"/>
                  </a:lnTo>
                  <a:lnTo>
                    <a:pt x="323088" y="60960"/>
                  </a:lnTo>
                  <a:cubicBezTo>
                    <a:pt x="178308" y="60960"/>
                    <a:pt x="60960" y="178308"/>
                    <a:pt x="60960" y="32321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1923776" y="2267712"/>
            <a:ext cx="5632704" cy="438912"/>
            <a:chOff x="0" y="0"/>
            <a:chExt cx="7510272" cy="58521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510272" cy="585216"/>
            </a:xfrm>
            <a:custGeom>
              <a:avLst/>
              <a:gdLst/>
              <a:ahLst/>
              <a:cxnLst/>
              <a:rect r="r" b="b" t="t" l="l"/>
              <a:pathLst>
                <a:path h="585216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751027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0F76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NORMALIZATION PIPELINE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1923776" y="2743200"/>
            <a:ext cx="5632704" cy="438912"/>
            <a:chOff x="0" y="0"/>
            <a:chExt cx="7510272" cy="58521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510272" cy="585216"/>
            </a:xfrm>
            <a:custGeom>
              <a:avLst/>
              <a:gdLst/>
              <a:ahLst/>
              <a:cxnLst/>
              <a:rect r="r" b="b" t="t" l="l"/>
              <a:pathLst>
                <a:path h="585216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7510272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prepare_text_for_analysis()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1911079" y="3352295"/>
            <a:ext cx="427739" cy="427739"/>
            <a:chOff x="0" y="0"/>
            <a:chExt cx="570319" cy="570319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2472416" y="3328416"/>
            <a:ext cx="5084064" cy="621792"/>
            <a:chOff x="0" y="0"/>
            <a:chExt cx="6778752" cy="82905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 encoding: utf-8-sig / cp1252 fallback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1911079" y="4047239"/>
            <a:ext cx="427739" cy="427739"/>
            <a:chOff x="0" y="0"/>
            <a:chExt cx="570319" cy="570319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2472416" y="4023360"/>
            <a:ext cx="5084064" cy="621792"/>
            <a:chOff x="0" y="0"/>
            <a:chExt cx="6778752" cy="829056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smart quotes, em-dashes, ligatures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11911079" y="4742183"/>
            <a:ext cx="427739" cy="427739"/>
            <a:chOff x="0" y="0"/>
            <a:chExt cx="570319" cy="570319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2472416" y="4718304"/>
            <a:ext cx="5084064" cy="621792"/>
            <a:chOff x="0" y="0"/>
            <a:chExt cx="6778752" cy="82905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Rejoin hyphenated line-break words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1911079" y="5437127"/>
            <a:ext cx="427739" cy="427739"/>
            <a:chOff x="0" y="0"/>
            <a:chExt cx="570319" cy="57031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2472416" y="5413248"/>
            <a:ext cx="5084064" cy="621792"/>
            <a:chOff x="0" y="0"/>
            <a:chExt cx="6778752" cy="829056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Collapse repeated whitespace &amp; blank lines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1911079" y="6132071"/>
            <a:ext cx="427739" cy="427739"/>
            <a:chOff x="0" y="0"/>
            <a:chExt cx="570319" cy="570319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12472416" y="6108192"/>
            <a:ext cx="5084064" cy="621792"/>
            <a:chOff x="0" y="0"/>
            <a:chExt cx="6778752" cy="829056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&amp; normalize section headings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1911079" y="6827015"/>
            <a:ext cx="427739" cy="427739"/>
            <a:chOff x="0" y="0"/>
            <a:chExt cx="570319" cy="570319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12472416" y="6803136"/>
            <a:ext cx="5084064" cy="621792"/>
            <a:chOff x="0" y="0"/>
            <a:chExt cx="6778752" cy="829056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repeated page headers/footers</a:t>
              </a:r>
            </a:p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11911079" y="7521959"/>
            <a:ext cx="427739" cy="427739"/>
            <a:chOff x="0" y="0"/>
            <a:chExt cx="570319" cy="570319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12472416" y="7498080"/>
            <a:ext cx="5084064" cy="621792"/>
            <a:chOff x="0" y="0"/>
            <a:chExt cx="6778752" cy="82905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6778752" cy="829056"/>
            </a:xfrm>
            <a:custGeom>
              <a:avLst/>
              <a:gdLst/>
              <a:ahLst/>
              <a:cxnLst/>
              <a:rect r="r" b="b" t="t" l="l"/>
              <a:pathLst>
                <a:path h="829056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18" r="0" b="-109318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6778752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Split into ~100-word analysis units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383" y="2273303"/>
            <a:ext cx="10778747" cy="7523483"/>
            <a:chOff x="0" y="0"/>
            <a:chExt cx="14371663" cy="100313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7018"/>
              <a:ext cx="14337792" cy="9997313"/>
            </a:xfrm>
            <a:custGeom>
              <a:avLst/>
              <a:gdLst/>
              <a:ahLst/>
              <a:cxnLst/>
              <a:rect r="r" b="b" t="t" l="l"/>
              <a:pathLst>
                <a:path h="9997313" w="14337792">
                  <a:moveTo>
                    <a:pt x="0" y="341376"/>
                  </a:moveTo>
                  <a:cubicBezTo>
                    <a:pt x="0" y="152781"/>
                    <a:pt x="153035" y="0"/>
                    <a:pt x="341757" y="0"/>
                  </a:cubicBezTo>
                  <a:lnTo>
                    <a:pt x="13996035" y="0"/>
                  </a:lnTo>
                  <a:cubicBezTo>
                    <a:pt x="14184757" y="0"/>
                    <a:pt x="14337792" y="152908"/>
                    <a:pt x="14337792" y="341376"/>
                  </a:cubicBezTo>
                  <a:lnTo>
                    <a:pt x="14337792" y="9655937"/>
                  </a:lnTo>
                  <a:cubicBezTo>
                    <a:pt x="14337792" y="9844532"/>
                    <a:pt x="14184757" y="9997313"/>
                    <a:pt x="13996035" y="9997313"/>
                  </a:cubicBezTo>
                  <a:lnTo>
                    <a:pt x="341757" y="9997313"/>
                  </a:lnTo>
                  <a:cubicBezTo>
                    <a:pt x="153035" y="9997313"/>
                    <a:pt x="0" y="9844406"/>
                    <a:pt x="0" y="9655937"/>
                  </a:cubicBezTo>
                  <a:close/>
                </a:path>
              </a:pathLst>
            </a:custGeom>
            <a:solidFill>
              <a:srgbClr val="F2EBD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71574" cy="10031349"/>
            </a:xfrm>
            <a:custGeom>
              <a:avLst/>
              <a:gdLst/>
              <a:ahLst/>
              <a:cxnLst/>
              <a:rect r="r" b="b" t="t" l="l"/>
              <a:pathLst>
                <a:path h="10031349" w="14371574">
                  <a:moveTo>
                    <a:pt x="0" y="358394"/>
                  </a:moveTo>
                  <a:cubicBezTo>
                    <a:pt x="0" y="160401"/>
                    <a:pt x="160655" y="0"/>
                    <a:pt x="358648" y="0"/>
                  </a:cubicBezTo>
                  <a:lnTo>
                    <a:pt x="14012926" y="0"/>
                  </a:lnTo>
                  <a:lnTo>
                    <a:pt x="14012926" y="16891"/>
                  </a:lnTo>
                  <a:lnTo>
                    <a:pt x="14012926" y="0"/>
                  </a:lnTo>
                  <a:cubicBezTo>
                    <a:pt x="14211046" y="0"/>
                    <a:pt x="14371574" y="160401"/>
                    <a:pt x="14371574" y="358394"/>
                  </a:cubicBezTo>
                  <a:lnTo>
                    <a:pt x="14354683" y="358394"/>
                  </a:lnTo>
                  <a:lnTo>
                    <a:pt x="14371574" y="358394"/>
                  </a:lnTo>
                  <a:lnTo>
                    <a:pt x="14371574" y="9672955"/>
                  </a:lnTo>
                  <a:lnTo>
                    <a:pt x="14354683" y="9672955"/>
                  </a:lnTo>
                  <a:lnTo>
                    <a:pt x="14371574" y="9672955"/>
                  </a:lnTo>
                  <a:cubicBezTo>
                    <a:pt x="14371574" y="9870822"/>
                    <a:pt x="14210919" y="10031349"/>
                    <a:pt x="14012926" y="10031349"/>
                  </a:cubicBezTo>
                  <a:lnTo>
                    <a:pt x="14012926" y="10014458"/>
                  </a:lnTo>
                  <a:lnTo>
                    <a:pt x="14012926" y="10031349"/>
                  </a:lnTo>
                  <a:lnTo>
                    <a:pt x="358648" y="10031349"/>
                  </a:lnTo>
                  <a:lnTo>
                    <a:pt x="358648" y="10014458"/>
                  </a:lnTo>
                  <a:lnTo>
                    <a:pt x="358648" y="10031349"/>
                  </a:lnTo>
                  <a:cubicBezTo>
                    <a:pt x="160655" y="10031349"/>
                    <a:pt x="0" y="9870948"/>
                    <a:pt x="0" y="9672955"/>
                  </a:cubicBezTo>
                  <a:lnTo>
                    <a:pt x="0" y="358394"/>
                  </a:lnTo>
                  <a:lnTo>
                    <a:pt x="16891" y="358394"/>
                  </a:lnTo>
                  <a:lnTo>
                    <a:pt x="0" y="358394"/>
                  </a:lnTo>
                  <a:moveTo>
                    <a:pt x="33909" y="358394"/>
                  </a:moveTo>
                  <a:lnTo>
                    <a:pt x="33909" y="9672955"/>
                  </a:lnTo>
                  <a:lnTo>
                    <a:pt x="16891" y="9672955"/>
                  </a:lnTo>
                  <a:lnTo>
                    <a:pt x="33909" y="9672955"/>
                  </a:lnTo>
                  <a:cubicBezTo>
                    <a:pt x="33909" y="9852152"/>
                    <a:pt x="179324" y="9997440"/>
                    <a:pt x="358775" y="9997440"/>
                  </a:cubicBezTo>
                  <a:lnTo>
                    <a:pt x="14012926" y="9997440"/>
                  </a:lnTo>
                  <a:cubicBezTo>
                    <a:pt x="14192377" y="9997440"/>
                    <a:pt x="14337792" y="9852152"/>
                    <a:pt x="14337792" y="9672955"/>
                  </a:cubicBezTo>
                  <a:lnTo>
                    <a:pt x="14337792" y="358394"/>
                  </a:lnTo>
                  <a:cubicBezTo>
                    <a:pt x="14337792" y="179197"/>
                    <a:pt x="14192377" y="33909"/>
                    <a:pt x="14012926" y="33909"/>
                  </a:cubicBezTo>
                  <a:lnTo>
                    <a:pt x="358648" y="33909"/>
                  </a:lnTo>
                  <a:lnTo>
                    <a:pt x="358648" y="16891"/>
                  </a:lnTo>
                  <a:lnTo>
                    <a:pt x="358648" y="33909"/>
                  </a:lnTo>
                  <a:cubicBezTo>
                    <a:pt x="179324" y="33909"/>
                    <a:pt x="33909" y="179197"/>
                    <a:pt x="33909" y="358394"/>
                  </a:cubicBezTo>
                  <a:close/>
                </a:path>
              </a:pathLst>
            </a:custGeom>
            <a:solidFill>
              <a:srgbClr val="E0D8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61623" y="4559303"/>
            <a:ext cx="7340603" cy="4597403"/>
            <a:chOff x="0" y="0"/>
            <a:chExt cx="978747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753600">
                  <a:moveTo>
                    <a:pt x="0" y="3048000"/>
                  </a:moveTo>
                  <a:cubicBezTo>
                    <a:pt x="0" y="1364615"/>
                    <a:pt x="2183384" y="0"/>
                    <a:pt x="4876800" y="0"/>
                  </a:cubicBezTo>
                  <a:cubicBezTo>
                    <a:pt x="7570216" y="0"/>
                    <a:pt x="9753600" y="1364615"/>
                    <a:pt x="9753600" y="3048000"/>
                  </a:cubicBezTo>
                  <a:cubicBezTo>
                    <a:pt x="9753600" y="4731385"/>
                    <a:pt x="7570216" y="6096000"/>
                    <a:pt x="4876800" y="6096000"/>
                  </a:cubicBezTo>
                  <a:cubicBezTo>
                    <a:pt x="2183384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2A1600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9787509">
                  <a:moveTo>
                    <a:pt x="0" y="3064891"/>
                  </a:moveTo>
                  <a:cubicBezTo>
                    <a:pt x="0" y="1365885"/>
                    <a:pt x="2199005" y="0"/>
                    <a:pt x="4893691" y="0"/>
                  </a:cubicBezTo>
                  <a:cubicBezTo>
                    <a:pt x="7588504" y="0"/>
                    <a:pt x="9787509" y="1365885"/>
                    <a:pt x="9787509" y="3064891"/>
                  </a:cubicBezTo>
                  <a:lnTo>
                    <a:pt x="9770618" y="3064891"/>
                  </a:lnTo>
                  <a:lnTo>
                    <a:pt x="9787509" y="3064891"/>
                  </a:lnTo>
                  <a:cubicBezTo>
                    <a:pt x="9787509" y="4764024"/>
                    <a:pt x="7588504" y="6129782"/>
                    <a:pt x="4893818" y="6129782"/>
                  </a:cubicBezTo>
                  <a:lnTo>
                    <a:pt x="4893818" y="6112891"/>
                  </a:lnTo>
                  <a:lnTo>
                    <a:pt x="4893818" y="6129782"/>
                  </a:lnTo>
                  <a:cubicBezTo>
                    <a:pt x="2199005" y="6129909"/>
                    <a:pt x="0" y="4764024"/>
                    <a:pt x="0" y="3064891"/>
                  </a:cubicBezTo>
                  <a:lnTo>
                    <a:pt x="16891" y="3064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0" y="3064891"/>
                  </a:lnTo>
                  <a:moveTo>
                    <a:pt x="33909" y="3064891"/>
                  </a:moveTo>
                  <a:cubicBezTo>
                    <a:pt x="33909" y="3074289"/>
                    <a:pt x="26289" y="3081782"/>
                    <a:pt x="17018" y="3081782"/>
                  </a:cubicBezTo>
                  <a:cubicBezTo>
                    <a:pt x="7747" y="3081782"/>
                    <a:pt x="0" y="3074289"/>
                    <a:pt x="0" y="3064891"/>
                  </a:cubicBezTo>
                  <a:cubicBezTo>
                    <a:pt x="0" y="3055493"/>
                    <a:pt x="7620" y="3048000"/>
                    <a:pt x="16891" y="3048000"/>
                  </a:cubicBezTo>
                  <a:cubicBezTo>
                    <a:pt x="26162" y="3048000"/>
                    <a:pt x="33782" y="3055620"/>
                    <a:pt x="33782" y="3064891"/>
                  </a:cubicBezTo>
                  <a:cubicBezTo>
                    <a:pt x="33909" y="4732528"/>
                    <a:pt x="2201672" y="6096000"/>
                    <a:pt x="4893691" y="6096000"/>
                  </a:cubicBezTo>
                  <a:cubicBezTo>
                    <a:pt x="7585710" y="6096000"/>
                    <a:pt x="9753600" y="4732528"/>
                    <a:pt x="9753600" y="3064891"/>
                  </a:cubicBezTo>
                  <a:cubicBezTo>
                    <a:pt x="9753600" y="1397254"/>
                    <a:pt x="7585710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1672" y="33909"/>
                    <a:pt x="33909" y="1397254"/>
                    <a:pt x="33909" y="3064891"/>
                  </a:cubicBezTo>
                  <a:close/>
                </a:path>
              </a:pathLst>
            </a:custGeom>
            <a:solidFill>
              <a:srgbClr val="2A1600">
                <a:alpha val="4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783" y="5839463"/>
            <a:ext cx="9169403" cy="2768603"/>
            <a:chOff x="0" y="0"/>
            <a:chExt cx="12225871" cy="3691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1920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192000">
                  <a:moveTo>
                    <a:pt x="0" y="1828800"/>
                  </a:moveTo>
                  <a:cubicBezTo>
                    <a:pt x="0" y="818769"/>
                    <a:pt x="2729230" y="0"/>
                    <a:pt x="6096000" y="0"/>
                  </a:cubicBezTo>
                  <a:cubicBezTo>
                    <a:pt x="9462770" y="0"/>
                    <a:pt x="12192000" y="818769"/>
                    <a:pt x="12192000" y="1828800"/>
                  </a:cubicBezTo>
                  <a:cubicBezTo>
                    <a:pt x="12192000" y="2838831"/>
                    <a:pt x="9462770" y="3657600"/>
                    <a:pt x="6096000" y="3657600"/>
                  </a:cubicBezTo>
                  <a:cubicBezTo>
                    <a:pt x="2729230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7A4818">
                <a:alpha val="6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25909" cy="3691382"/>
            </a:xfrm>
            <a:custGeom>
              <a:avLst/>
              <a:gdLst/>
              <a:ahLst/>
              <a:cxnLst/>
              <a:rect r="r" b="b" t="t" l="l"/>
              <a:pathLst>
                <a:path h="3691382" w="12225909">
                  <a:moveTo>
                    <a:pt x="0" y="1845691"/>
                  </a:moveTo>
                  <a:lnTo>
                    <a:pt x="16891" y="1845691"/>
                  </a:lnTo>
                  <a:lnTo>
                    <a:pt x="0" y="1845691"/>
                  </a:lnTo>
                  <a:cubicBezTo>
                    <a:pt x="0" y="815086"/>
                    <a:pt x="2755773" y="0"/>
                    <a:pt x="6112891" y="0"/>
                  </a:cubicBezTo>
                  <a:cubicBezTo>
                    <a:pt x="9470009" y="0"/>
                    <a:pt x="12225909" y="815086"/>
                    <a:pt x="12225909" y="1845691"/>
                  </a:cubicBezTo>
                  <a:lnTo>
                    <a:pt x="12209018" y="1845691"/>
                  </a:lnTo>
                  <a:lnTo>
                    <a:pt x="12225909" y="1845691"/>
                  </a:lnTo>
                  <a:cubicBezTo>
                    <a:pt x="12225909" y="2876423"/>
                    <a:pt x="9470136" y="3691382"/>
                    <a:pt x="6113018" y="3691382"/>
                  </a:cubicBezTo>
                  <a:lnTo>
                    <a:pt x="6113018" y="3674491"/>
                  </a:lnTo>
                  <a:lnTo>
                    <a:pt x="6113018" y="3691382"/>
                  </a:lnTo>
                  <a:cubicBezTo>
                    <a:pt x="2755773" y="3691509"/>
                    <a:pt x="0" y="2876423"/>
                    <a:pt x="0" y="1845691"/>
                  </a:cubicBezTo>
                  <a:lnTo>
                    <a:pt x="16891" y="18456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0" y="1845691"/>
                  </a:lnTo>
                  <a:moveTo>
                    <a:pt x="33909" y="1845691"/>
                  </a:moveTo>
                  <a:cubicBezTo>
                    <a:pt x="33909" y="1855089"/>
                    <a:pt x="26289" y="1862582"/>
                    <a:pt x="17018" y="1862582"/>
                  </a:cubicBezTo>
                  <a:cubicBezTo>
                    <a:pt x="7747" y="1862582"/>
                    <a:pt x="0" y="1855089"/>
                    <a:pt x="0" y="1845691"/>
                  </a:cubicBezTo>
                  <a:cubicBezTo>
                    <a:pt x="0" y="1836293"/>
                    <a:pt x="7620" y="1828800"/>
                    <a:pt x="16891" y="1828800"/>
                  </a:cubicBezTo>
                  <a:cubicBezTo>
                    <a:pt x="26162" y="1828800"/>
                    <a:pt x="33782" y="1836420"/>
                    <a:pt x="33782" y="1845691"/>
                  </a:cubicBezTo>
                  <a:cubicBezTo>
                    <a:pt x="33909" y="2835021"/>
                    <a:pt x="2736596" y="3657600"/>
                    <a:pt x="6112891" y="3657600"/>
                  </a:cubicBezTo>
                  <a:cubicBezTo>
                    <a:pt x="9489313" y="3657600"/>
                    <a:pt x="12192000" y="2835021"/>
                    <a:pt x="12192000" y="1845691"/>
                  </a:cubicBezTo>
                  <a:cubicBezTo>
                    <a:pt x="12192000" y="856361"/>
                    <a:pt x="948931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36596" y="33909"/>
                    <a:pt x="33909" y="856361"/>
                    <a:pt x="33909" y="1845691"/>
                  </a:cubicBezTo>
                  <a:close/>
                </a:path>
              </a:pathLst>
            </a:custGeom>
            <a:solidFill>
              <a:srgbClr val="7A4818">
                <a:alpha val="6392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56183" y="4010663"/>
            <a:ext cx="8255003" cy="3317243"/>
            <a:chOff x="0" y="0"/>
            <a:chExt cx="11006671" cy="442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972800">
                  <a:moveTo>
                    <a:pt x="0" y="2194560"/>
                  </a:moveTo>
                  <a:cubicBezTo>
                    <a:pt x="0" y="982599"/>
                    <a:pt x="2456307" y="0"/>
                    <a:pt x="5486400" y="0"/>
                  </a:cubicBezTo>
                  <a:cubicBezTo>
                    <a:pt x="8516493" y="0"/>
                    <a:pt x="10972800" y="982599"/>
                    <a:pt x="10972800" y="2194560"/>
                  </a:cubicBezTo>
                  <a:cubicBezTo>
                    <a:pt x="10972800" y="3406521"/>
                    <a:pt x="8516493" y="4389120"/>
                    <a:pt x="5486400" y="4389120"/>
                  </a:cubicBezTo>
                  <a:cubicBezTo>
                    <a:pt x="2456307" y="4389120"/>
                    <a:pt x="0" y="3406521"/>
                    <a:pt x="0" y="2194560"/>
                  </a:cubicBezTo>
                  <a:close/>
                </a:path>
              </a:pathLst>
            </a:custGeom>
            <a:solidFill>
              <a:srgbClr val="B87820">
                <a:alpha val="41961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709" cy="4422902"/>
            </a:xfrm>
            <a:custGeom>
              <a:avLst/>
              <a:gdLst/>
              <a:ahLst/>
              <a:cxnLst/>
              <a:rect r="r" b="b" t="t" l="l"/>
              <a:pathLst>
                <a:path h="4422902" w="11006709">
                  <a:moveTo>
                    <a:pt x="0" y="2211451"/>
                  </a:moveTo>
                  <a:cubicBezTo>
                    <a:pt x="0" y="980186"/>
                    <a:pt x="2479040" y="0"/>
                    <a:pt x="5503291" y="0"/>
                  </a:cubicBezTo>
                  <a:cubicBezTo>
                    <a:pt x="8527542" y="0"/>
                    <a:pt x="11006709" y="980186"/>
                    <a:pt x="11006709" y="2211451"/>
                  </a:cubicBezTo>
                  <a:lnTo>
                    <a:pt x="10989818" y="2211451"/>
                  </a:lnTo>
                  <a:lnTo>
                    <a:pt x="11006709" y="2211451"/>
                  </a:lnTo>
                  <a:cubicBezTo>
                    <a:pt x="11006709" y="3442843"/>
                    <a:pt x="8527669" y="4422902"/>
                    <a:pt x="5503418" y="4422902"/>
                  </a:cubicBezTo>
                  <a:lnTo>
                    <a:pt x="5503418" y="4406011"/>
                  </a:lnTo>
                  <a:lnTo>
                    <a:pt x="5503418" y="4422902"/>
                  </a:lnTo>
                  <a:cubicBezTo>
                    <a:pt x="2479040" y="4423029"/>
                    <a:pt x="0" y="3442843"/>
                    <a:pt x="0" y="2211451"/>
                  </a:cubicBezTo>
                  <a:lnTo>
                    <a:pt x="16891" y="221145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0" y="2211451"/>
                  </a:lnTo>
                  <a:moveTo>
                    <a:pt x="33909" y="2211451"/>
                  </a:moveTo>
                  <a:cubicBezTo>
                    <a:pt x="33909" y="2220849"/>
                    <a:pt x="26289" y="2228342"/>
                    <a:pt x="17018" y="2228342"/>
                  </a:cubicBezTo>
                  <a:cubicBezTo>
                    <a:pt x="7747" y="2228342"/>
                    <a:pt x="0" y="2220849"/>
                    <a:pt x="0" y="2211451"/>
                  </a:cubicBezTo>
                  <a:cubicBezTo>
                    <a:pt x="0" y="2202053"/>
                    <a:pt x="7620" y="2194560"/>
                    <a:pt x="16891" y="2194560"/>
                  </a:cubicBezTo>
                  <a:cubicBezTo>
                    <a:pt x="26162" y="2194560"/>
                    <a:pt x="33782" y="2202180"/>
                    <a:pt x="33782" y="2211451"/>
                  </a:cubicBezTo>
                  <a:cubicBezTo>
                    <a:pt x="33782" y="3404108"/>
                    <a:pt x="2467356" y="4389120"/>
                    <a:pt x="5503291" y="4389120"/>
                  </a:cubicBezTo>
                  <a:cubicBezTo>
                    <a:pt x="8539226" y="4389120"/>
                    <a:pt x="10972800" y="3404108"/>
                    <a:pt x="10972800" y="2211451"/>
                  </a:cubicBezTo>
                  <a:cubicBezTo>
                    <a:pt x="10972800" y="1018794"/>
                    <a:pt x="853922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67483" y="33909"/>
                    <a:pt x="33909" y="1018794"/>
                    <a:pt x="33909" y="2211451"/>
                  </a:cubicBezTo>
                  <a:close/>
                </a:path>
              </a:pathLst>
            </a:custGeom>
            <a:solidFill>
              <a:srgbClr val="B87820">
                <a:alpha val="41961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90423" y="6936743"/>
            <a:ext cx="6426203" cy="2219963"/>
            <a:chOff x="0" y="0"/>
            <a:chExt cx="8568271" cy="2959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534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534400">
                  <a:moveTo>
                    <a:pt x="0" y="1463040"/>
                  </a:moveTo>
                  <a:cubicBezTo>
                    <a:pt x="0" y="655066"/>
                    <a:pt x="1910461" y="0"/>
                    <a:pt x="4267200" y="0"/>
                  </a:cubicBezTo>
                  <a:cubicBezTo>
                    <a:pt x="6623939" y="0"/>
                    <a:pt x="8534400" y="655066"/>
                    <a:pt x="8534400" y="1463040"/>
                  </a:cubicBezTo>
                  <a:cubicBezTo>
                    <a:pt x="8534400" y="2271014"/>
                    <a:pt x="6623939" y="2926080"/>
                    <a:pt x="4267200" y="2926080"/>
                  </a:cubicBezTo>
                  <a:cubicBezTo>
                    <a:pt x="1910461" y="2926080"/>
                    <a:pt x="0" y="2271014"/>
                    <a:pt x="0" y="1463040"/>
                  </a:cubicBezTo>
                  <a:close/>
                </a:path>
              </a:pathLst>
            </a:custGeom>
            <a:solidFill>
              <a:srgbClr val="5A3010">
                <a:alpha val="56078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68309" cy="2959862"/>
            </a:xfrm>
            <a:custGeom>
              <a:avLst/>
              <a:gdLst/>
              <a:ahLst/>
              <a:cxnLst/>
              <a:rect r="r" b="b" t="t" l="l"/>
              <a:pathLst>
                <a:path h="2959862" w="8568309">
                  <a:moveTo>
                    <a:pt x="0" y="1479931"/>
                  </a:moveTo>
                  <a:lnTo>
                    <a:pt x="16891" y="1479931"/>
                  </a:lnTo>
                  <a:lnTo>
                    <a:pt x="0" y="1479931"/>
                  </a:lnTo>
                  <a:cubicBezTo>
                    <a:pt x="0" y="651764"/>
                    <a:pt x="1935353" y="0"/>
                    <a:pt x="4284091" y="0"/>
                  </a:cubicBezTo>
                  <a:cubicBezTo>
                    <a:pt x="6632956" y="0"/>
                    <a:pt x="8568309" y="651764"/>
                    <a:pt x="8568309" y="1479931"/>
                  </a:cubicBezTo>
                  <a:lnTo>
                    <a:pt x="8551418" y="1479931"/>
                  </a:lnTo>
                  <a:lnTo>
                    <a:pt x="8568309" y="1479931"/>
                  </a:lnTo>
                  <a:cubicBezTo>
                    <a:pt x="8568309" y="2308098"/>
                    <a:pt x="6632956" y="2959862"/>
                    <a:pt x="4284218" y="2959862"/>
                  </a:cubicBezTo>
                  <a:lnTo>
                    <a:pt x="4284218" y="2942971"/>
                  </a:lnTo>
                  <a:lnTo>
                    <a:pt x="4284218" y="2959862"/>
                  </a:lnTo>
                  <a:cubicBezTo>
                    <a:pt x="1935353" y="2959989"/>
                    <a:pt x="0" y="2308098"/>
                    <a:pt x="0" y="1479931"/>
                  </a:cubicBezTo>
                  <a:lnTo>
                    <a:pt x="16891" y="147993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0" y="1479931"/>
                  </a:lnTo>
                  <a:moveTo>
                    <a:pt x="33909" y="1479931"/>
                  </a:moveTo>
                  <a:cubicBezTo>
                    <a:pt x="33909" y="1489329"/>
                    <a:pt x="26289" y="1496822"/>
                    <a:pt x="17018" y="1496822"/>
                  </a:cubicBezTo>
                  <a:cubicBezTo>
                    <a:pt x="7747" y="1496822"/>
                    <a:pt x="0" y="1489329"/>
                    <a:pt x="0" y="1479931"/>
                  </a:cubicBezTo>
                  <a:cubicBezTo>
                    <a:pt x="0" y="1470533"/>
                    <a:pt x="7620" y="1463040"/>
                    <a:pt x="16891" y="1463040"/>
                  </a:cubicBezTo>
                  <a:cubicBezTo>
                    <a:pt x="26162" y="1463040"/>
                    <a:pt x="33782" y="1470660"/>
                    <a:pt x="33782" y="1479931"/>
                  </a:cubicBezTo>
                  <a:cubicBezTo>
                    <a:pt x="33782" y="2267839"/>
                    <a:pt x="1919351" y="2926080"/>
                    <a:pt x="4284091" y="2926080"/>
                  </a:cubicBezTo>
                  <a:cubicBezTo>
                    <a:pt x="6648831" y="2926080"/>
                    <a:pt x="8534400" y="2267839"/>
                    <a:pt x="8534400" y="1479931"/>
                  </a:cubicBezTo>
                  <a:cubicBezTo>
                    <a:pt x="8534400" y="692150"/>
                    <a:pt x="6648831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19478" y="33909"/>
                    <a:pt x="33909" y="692150"/>
                    <a:pt x="33909" y="1479931"/>
                  </a:cubicBezTo>
                  <a:close/>
                </a:path>
              </a:pathLst>
            </a:custGeom>
            <a:solidFill>
              <a:srgbClr val="5A3010">
                <a:alpha val="56078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284983" y="3279143"/>
            <a:ext cx="6974843" cy="4048763"/>
            <a:chOff x="0" y="0"/>
            <a:chExt cx="9299791" cy="539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92659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265920">
                  <a:moveTo>
                    <a:pt x="0" y="2682240"/>
                  </a:moveTo>
                  <a:cubicBezTo>
                    <a:pt x="0" y="1200912"/>
                    <a:pt x="2074291" y="0"/>
                    <a:pt x="4632960" y="0"/>
                  </a:cubicBezTo>
                  <a:cubicBezTo>
                    <a:pt x="7191629" y="0"/>
                    <a:pt x="9265920" y="1200912"/>
                    <a:pt x="9265920" y="2682240"/>
                  </a:cubicBezTo>
                  <a:cubicBezTo>
                    <a:pt x="9265920" y="4163568"/>
                    <a:pt x="7191629" y="5364480"/>
                    <a:pt x="4632960" y="5364480"/>
                  </a:cubicBezTo>
                  <a:cubicBezTo>
                    <a:pt x="2074291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C89840">
                <a:alpha val="3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99829" cy="5398262"/>
            </a:xfrm>
            <a:custGeom>
              <a:avLst/>
              <a:gdLst/>
              <a:ahLst/>
              <a:cxnLst/>
              <a:rect r="r" b="b" t="t" l="l"/>
              <a:pathLst>
                <a:path h="5398262" w="9299829">
                  <a:moveTo>
                    <a:pt x="0" y="2699131"/>
                  </a:moveTo>
                  <a:cubicBezTo>
                    <a:pt x="0" y="1201293"/>
                    <a:pt x="2091182" y="0"/>
                    <a:pt x="4649851" y="0"/>
                  </a:cubicBezTo>
                  <a:cubicBezTo>
                    <a:pt x="7208647" y="0"/>
                    <a:pt x="9299829" y="1201293"/>
                    <a:pt x="9299829" y="2699131"/>
                  </a:cubicBezTo>
                  <a:lnTo>
                    <a:pt x="9282938" y="2699131"/>
                  </a:lnTo>
                  <a:lnTo>
                    <a:pt x="9299829" y="2699131"/>
                  </a:lnTo>
                  <a:cubicBezTo>
                    <a:pt x="9299829" y="4196969"/>
                    <a:pt x="7208648" y="5398262"/>
                    <a:pt x="4649978" y="5398262"/>
                  </a:cubicBezTo>
                  <a:lnTo>
                    <a:pt x="4649978" y="5381371"/>
                  </a:lnTo>
                  <a:lnTo>
                    <a:pt x="4649978" y="5398262"/>
                  </a:lnTo>
                  <a:cubicBezTo>
                    <a:pt x="2091182" y="5398389"/>
                    <a:pt x="0" y="4197096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63949"/>
                    <a:pt x="2091182" y="5364480"/>
                    <a:pt x="4649851" y="5364480"/>
                  </a:cubicBezTo>
                  <a:cubicBezTo>
                    <a:pt x="7208520" y="5364480"/>
                    <a:pt x="9265920" y="4164076"/>
                    <a:pt x="9265920" y="2699131"/>
                  </a:cubicBezTo>
                  <a:cubicBezTo>
                    <a:pt x="9265920" y="1234313"/>
                    <a:pt x="7208520" y="33782"/>
                    <a:pt x="4649851" y="33782"/>
                  </a:cubicBezTo>
                  <a:lnTo>
                    <a:pt x="4649851" y="16891"/>
                  </a:lnTo>
                  <a:lnTo>
                    <a:pt x="4649851" y="33909"/>
                  </a:lnTo>
                  <a:cubicBezTo>
                    <a:pt x="2091182" y="33909"/>
                    <a:pt x="33909" y="1234313"/>
                    <a:pt x="33909" y="2699131"/>
                  </a:cubicBezTo>
                  <a:close/>
                </a:path>
              </a:pathLst>
            </a:custGeom>
            <a:solidFill>
              <a:srgbClr val="C89840">
                <a:alpha val="30196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81863" y="6388103"/>
            <a:ext cx="427739" cy="427739"/>
            <a:chOff x="0" y="0"/>
            <a:chExt cx="570319" cy="570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lnTo>
                    <a:pt x="268224" y="0"/>
                  </a:lnTo>
                  <a:lnTo>
                    <a:pt x="536448" y="268224"/>
                  </a:lnTo>
                  <a:lnTo>
                    <a:pt x="268224" y="536448"/>
                  </a:ln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4953" y="273177"/>
                  </a:moveTo>
                  <a:lnTo>
                    <a:pt x="273177" y="4953"/>
                  </a:lnTo>
                  <a:cubicBezTo>
                    <a:pt x="279781" y="-1651"/>
                    <a:pt x="290449" y="-1651"/>
                    <a:pt x="297180" y="4953"/>
                  </a:cubicBezTo>
                  <a:lnTo>
                    <a:pt x="565404" y="273177"/>
                  </a:lnTo>
                  <a:cubicBezTo>
                    <a:pt x="568579" y="276352"/>
                    <a:pt x="570357" y="280670"/>
                    <a:pt x="570357" y="285115"/>
                  </a:cubicBezTo>
                  <a:cubicBezTo>
                    <a:pt x="570357" y="289560"/>
                    <a:pt x="568579" y="293878"/>
                    <a:pt x="565404" y="297053"/>
                  </a:cubicBezTo>
                  <a:lnTo>
                    <a:pt x="297180" y="565404"/>
                  </a:lnTo>
                  <a:cubicBezTo>
                    <a:pt x="294005" y="568579"/>
                    <a:pt x="289687" y="570357"/>
                    <a:pt x="285242" y="570357"/>
                  </a:cubicBezTo>
                  <a:cubicBezTo>
                    <a:pt x="280797" y="570357"/>
                    <a:pt x="276479" y="568579"/>
                    <a:pt x="273304" y="565404"/>
                  </a:cubicBezTo>
                  <a:lnTo>
                    <a:pt x="4953" y="297180"/>
                  </a:lnTo>
                  <a:cubicBezTo>
                    <a:pt x="-1651" y="290576"/>
                    <a:pt x="-1651" y="279908"/>
                    <a:pt x="4953" y="273177"/>
                  </a:cubicBezTo>
                  <a:moveTo>
                    <a:pt x="28956" y="297180"/>
                  </a:moveTo>
                  <a:lnTo>
                    <a:pt x="17018" y="285242"/>
                  </a:lnTo>
                  <a:lnTo>
                    <a:pt x="28956" y="273304"/>
                  </a:lnTo>
                  <a:lnTo>
                    <a:pt x="297180" y="541401"/>
                  </a:lnTo>
                  <a:lnTo>
                    <a:pt x="285242" y="553339"/>
                  </a:lnTo>
                  <a:lnTo>
                    <a:pt x="273304" y="541401"/>
                  </a:lnTo>
                  <a:lnTo>
                    <a:pt x="541401" y="273177"/>
                  </a:lnTo>
                  <a:lnTo>
                    <a:pt x="553339" y="285115"/>
                  </a:lnTo>
                  <a:lnTo>
                    <a:pt x="541401" y="297053"/>
                  </a:lnTo>
                  <a:lnTo>
                    <a:pt x="273177" y="28956"/>
                  </a:lnTo>
                  <a:lnTo>
                    <a:pt x="285115" y="17018"/>
                  </a:lnTo>
                  <a:lnTo>
                    <a:pt x="297053" y="28956"/>
                  </a:lnTo>
                  <a:lnTo>
                    <a:pt x="28956" y="297180"/>
                  </a:ln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39463" y="4010663"/>
            <a:ext cx="354587" cy="354587"/>
            <a:chOff x="0" y="0"/>
            <a:chExt cx="472783" cy="472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lnTo>
                    <a:pt x="219456" y="0"/>
                  </a:lnTo>
                  <a:lnTo>
                    <a:pt x="438912" y="219456"/>
                  </a:lnTo>
                  <a:lnTo>
                    <a:pt x="219456" y="438912"/>
                  </a:lnTo>
                  <a:close/>
                </a:path>
              </a:pathLst>
            </a:custGeom>
            <a:solidFill>
              <a:srgbClr val="C898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4953" y="224409"/>
                  </a:moveTo>
                  <a:lnTo>
                    <a:pt x="224409" y="4953"/>
                  </a:lnTo>
                  <a:cubicBezTo>
                    <a:pt x="231013" y="-1651"/>
                    <a:pt x="241681" y="-1651"/>
                    <a:pt x="248412" y="4953"/>
                  </a:cubicBezTo>
                  <a:lnTo>
                    <a:pt x="467868" y="224409"/>
                  </a:lnTo>
                  <a:cubicBezTo>
                    <a:pt x="471043" y="227584"/>
                    <a:pt x="472821" y="231902"/>
                    <a:pt x="472821" y="236347"/>
                  </a:cubicBezTo>
                  <a:cubicBezTo>
                    <a:pt x="472821" y="240792"/>
                    <a:pt x="471043" y="245110"/>
                    <a:pt x="467868" y="248285"/>
                  </a:cubicBezTo>
                  <a:lnTo>
                    <a:pt x="248412" y="467868"/>
                  </a:lnTo>
                  <a:cubicBezTo>
                    <a:pt x="245237" y="471043"/>
                    <a:pt x="240919" y="472821"/>
                    <a:pt x="236474" y="472821"/>
                  </a:cubicBezTo>
                  <a:cubicBezTo>
                    <a:pt x="232029" y="472821"/>
                    <a:pt x="227711" y="471043"/>
                    <a:pt x="224536" y="467868"/>
                  </a:cubicBezTo>
                  <a:lnTo>
                    <a:pt x="4953" y="248412"/>
                  </a:lnTo>
                  <a:cubicBezTo>
                    <a:pt x="-1651" y="241808"/>
                    <a:pt x="-1651" y="231140"/>
                    <a:pt x="4953" y="224409"/>
                  </a:cubicBezTo>
                  <a:moveTo>
                    <a:pt x="28956" y="248412"/>
                  </a:moveTo>
                  <a:lnTo>
                    <a:pt x="17018" y="236474"/>
                  </a:lnTo>
                  <a:lnTo>
                    <a:pt x="28956" y="224536"/>
                  </a:lnTo>
                  <a:lnTo>
                    <a:pt x="248412" y="443865"/>
                  </a:lnTo>
                  <a:lnTo>
                    <a:pt x="236474" y="455803"/>
                  </a:lnTo>
                  <a:lnTo>
                    <a:pt x="224536" y="443865"/>
                  </a:lnTo>
                  <a:lnTo>
                    <a:pt x="443865" y="224409"/>
                  </a:lnTo>
                  <a:lnTo>
                    <a:pt x="455803" y="236347"/>
                  </a:lnTo>
                  <a:lnTo>
                    <a:pt x="443865" y="248285"/>
                  </a:lnTo>
                  <a:lnTo>
                    <a:pt x="224409" y="28956"/>
                  </a:lnTo>
                  <a:lnTo>
                    <a:pt x="236347" y="17018"/>
                  </a:lnTo>
                  <a:lnTo>
                    <a:pt x="248285" y="28956"/>
                  </a:lnTo>
                  <a:lnTo>
                    <a:pt x="28956" y="248412"/>
                  </a:lnTo>
                  <a:close/>
                </a:path>
              </a:pathLst>
            </a:custGeom>
            <a:solidFill>
              <a:srgbClr val="C898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65543" y="8216903"/>
            <a:ext cx="391163" cy="391163"/>
            <a:chOff x="0" y="0"/>
            <a:chExt cx="52155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lnTo>
                    <a:pt x="243840" y="0"/>
                  </a:lnTo>
                  <a:lnTo>
                    <a:pt x="487680" y="243840"/>
                  </a:lnTo>
                  <a:lnTo>
                    <a:pt x="243840" y="487680"/>
                  </a:lnTo>
                  <a:close/>
                </a:path>
              </a:pathLst>
            </a:custGeom>
            <a:solidFill>
              <a:srgbClr val="5A301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4953" y="248793"/>
                  </a:moveTo>
                  <a:lnTo>
                    <a:pt x="248793" y="4953"/>
                  </a:lnTo>
                  <a:cubicBezTo>
                    <a:pt x="255397" y="-1651"/>
                    <a:pt x="266065" y="-1651"/>
                    <a:pt x="272796" y="4953"/>
                  </a:cubicBezTo>
                  <a:lnTo>
                    <a:pt x="516636" y="248793"/>
                  </a:lnTo>
                  <a:cubicBezTo>
                    <a:pt x="519811" y="251968"/>
                    <a:pt x="521589" y="256286"/>
                    <a:pt x="521589" y="260731"/>
                  </a:cubicBezTo>
                  <a:cubicBezTo>
                    <a:pt x="521589" y="265176"/>
                    <a:pt x="519811" y="269494"/>
                    <a:pt x="516636" y="272669"/>
                  </a:cubicBezTo>
                  <a:lnTo>
                    <a:pt x="272796" y="516509"/>
                  </a:lnTo>
                  <a:cubicBezTo>
                    <a:pt x="269621" y="519684"/>
                    <a:pt x="265303" y="521462"/>
                    <a:pt x="260858" y="521462"/>
                  </a:cubicBezTo>
                  <a:cubicBezTo>
                    <a:pt x="256413" y="521462"/>
                    <a:pt x="252095" y="519684"/>
                    <a:pt x="248920" y="516509"/>
                  </a:cubicBezTo>
                  <a:lnTo>
                    <a:pt x="4953" y="272796"/>
                  </a:lnTo>
                  <a:cubicBezTo>
                    <a:pt x="-1651" y="266192"/>
                    <a:pt x="-1651" y="255524"/>
                    <a:pt x="4953" y="248793"/>
                  </a:cubicBezTo>
                  <a:moveTo>
                    <a:pt x="28956" y="272796"/>
                  </a:moveTo>
                  <a:lnTo>
                    <a:pt x="17018" y="260858"/>
                  </a:lnTo>
                  <a:lnTo>
                    <a:pt x="28956" y="248920"/>
                  </a:lnTo>
                  <a:lnTo>
                    <a:pt x="272796" y="492760"/>
                  </a:lnTo>
                  <a:lnTo>
                    <a:pt x="260858" y="504698"/>
                  </a:lnTo>
                  <a:lnTo>
                    <a:pt x="248920" y="492760"/>
                  </a:lnTo>
                  <a:lnTo>
                    <a:pt x="492760" y="248920"/>
                  </a:lnTo>
                  <a:lnTo>
                    <a:pt x="504698" y="260858"/>
                  </a:lnTo>
                  <a:lnTo>
                    <a:pt x="492760" y="272796"/>
                  </a:lnTo>
                  <a:lnTo>
                    <a:pt x="248920" y="28956"/>
                  </a:lnTo>
                  <a:lnTo>
                    <a:pt x="260858" y="17018"/>
                  </a:lnTo>
                  <a:lnTo>
                    <a:pt x="272796" y="28956"/>
                  </a:lnTo>
                  <a:lnTo>
                    <a:pt x="28956" y="272796"/>
                  </a:lnTo>
                  <a:close/>
                </a:path>
              </a:pathLst>
            </a:custGeom>
            <a:solidFill>
              <a:srgbClr val="5A301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91970" y="247650"/>
            <a:ext cx="10473438" cy="2025653"/>
            <a:chOff x="0" y="0"/>
            <a:chExt cx="13411200" cy="25938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0" cy="2593842"/>
            </a:xfrm>
            <a:custGeom>
              <a:avLst/>
              <a:gdLst/>
              <a:ahLst/>
              <a:cxnLst/>
              <a:rect r="r" b="b" t="t" l="l"/>
              <a:pathLst>
                <a:path h="259384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2593842"/>
                  </a:lnTo>
                  <a:lnTo>
                    <a:pt x="0" y="2593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603" r="0" b="-298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3411200" cy="2603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VADER + DistilRoBERTa Pipeline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70357" y="2260597"/>
            <a:ext cx="6232141" cy="3708397"/>
            <a:chOff x="0" y="0"/>
            <a:chExt cx="8309521" cy="49445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8241792" cy="4876800"/>
            </a:xfrm>
            <a:custGeom>
              <a:avLst/>
              <a:gdLst/>
              <a:ahLst/>
              <a:cxnLst/>
              <a:rect r="r" b="b" t="t" l="l"/>
              <a:pathLst>
                <a:path h="4876800" w="8241792">
                  <a:moveTo>
                    <a:pt x="0" y="292608"/>
                  </a:moveTo>
                  <a:cubicBezTo>
                    <a:pt x="0" y="131064"/>
                    <a:pt x="131699" y="0"/>
                    <a:pt x="294259" y="0"/>
                  </a:cubicBezTo>
                  <a:lnTo>
                    <a:pt x="7947533" y="0"/>
                  </a:lnTo>
                  <a:cubicBezTo>
                    <a:pt x="8110093" y="0"/>
                    <a:pt x="8241792" y="131064"/>
                    <a:pt x="8241792" y="292608"/>
                  </a:cubicBezTo>
                  <a:lnTo>
                    <a:pt x="8241792" y="4584192"/>
                  </a:lnTo>
                  <a:cubicBezTo>
                    <a:pt x="8241792" y="4745736"/>
                    <a:pt x="8110093" y="4876800"/>
                    <a:pt x="7947533" y="4876800"/>
                  </a:cubicBezTo>
                  <a:lnTo>
                    <a:pt x="294259" y="4876800"/>
                  </a:lnTo>
                  <a:cubicBezTo>
                    <a:pt x="131699" y="4876800"/>
                    <a:pt x="0" y="4745736"/>
                    <a:pt x="0" y="45841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09611" cy="4944618"/>
            </a:xfrm>
            <a:custGeom>
              <a:avLst/>
              <a:gdLst/>
              <a:ahLst/>
              <a:cxnLst/>
              <a:rect r="r" b="b" t="t" l="l"/>
              <a:pathLst>
                <a:path h="4944618" w="8309611">
                  <a:moveTo>
                    <a:pt x="0" y="326517"/>
                  </a:moveTo>
                  <a:cubicBezTo>
                    <a:pt x="0" y="146050"/>
                    <a:pt x="147066" y="0"/>
                    <a:pt x="328168" y="0"/>
                  </a:cubicBezTo>
                  <a:lnTo>
                    <a:pt x="7981442" y="0"/>
                  </a:lnTo>
                  <a:lnTo>
                    <a:pt x="7981442" y="33909"/>
                  </a:lnTo>
                  <a:lnTo>
                    <a:pt x="7981442" y="0"/>
                  </a:lnTo>
                  <a:cubicBezTo>
                    <a:pt x="8162417" y="0"/>
                    <a:pt x="8309611" y="146050"/>
                    <a:pt x="8309611" y="326517"/>
                  </a:cubicBezTo>
                  <a:lnTo>
                    <a:pt x="8309611" y="4618101"/>
                  </a:lnTo>
                  <a:lnTo>
                    <a:pt x="8275701" y="4618101"/>
                  </a:lnTo>
                  <a:lnTo>
                    <a:pt x="8309611" y="4618101"/>
                  </a:lnTo>
                  <a:cubicBezTo>
                    <a:pt x="8309611" y="4798568"/>
                    <a:pt x="8162544" y="4944618"/>
                    <a:pt x="7981442" y="4944618"/>
                  </a:cubicBezTo>
                  <a:lnTo>
                    <a:pt x="7981442" y="4910709"/>
                  </a:lnTo>
                  <a:lnTo>
                    <a:pt x="7981442" y="4944618"/>
                  </a:lnTo>
                  <a:lnTo>
                    <a:pt x="328168" y="4944618"/>
                  </a:lnTo>
                  <a:lnTo>
                    <a:pt x="328168" y="4910709"/>
                  </a:lnTo>
                  <a:lnTo>
                    <a:pt x="328168" y="4944618"/>
                  </a:lnTo>
                  <a:cubicBezTo>
                    <a:pt x="147066" y="4944491"/>
                    <a:pt x="0" y="4798568"/>
                    <a:pt x="0" y="461810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618101"/>
                  </a:lnTo>
                  <a:lnTo>
                    <a:pt x="33909" y="4618101"/>
                  </a:lnTo>
                  <a:lnTo>
                    <a:pt x="67691" y="4618101"/>
                  </a:lnTo>
                  <a:cubicBezTo>
                    <a:pt x="67691" y="4760849"/>
                    <a:pt x="184150" y="4876800"/>
                    <a:pt x="328041" y="4876800"/>
                  </a:cubicBezTo>
                  <a:lnTo>
                    <a:pt x="7981442" y="4876800"/>
                  </a:lnTo>
                  <a:cubicBezTo>
                    <a:pt x="8125461" y="4876800"/>
                    <a:pt x="8241792" y="4760722"/>
                    <a:pt x="8241792" y="4618101"/>
                  </a:cubicBezTo>
                  <a:lnTo>
                    <a:pt x="8241792" y="326517"/>
                  </a:lnTo>
                  <a:lnTo>
                    <a:pt x="8275701" y="326517"/>
                  </a:lnTo>
                  <a:lnTo>
                    <a:pt x="8241792" y="326517"/>
                  </a:lnTo>
                  <a:cubicBezTo>
                    <a:pt x="8241792" y="183769"/>
                    <a:pt x="8125333" y="67818"/>
                    <a:pt x="7981442" y="67818"/>
                  </a:cubicBezTo>
                  <a:lnTo>
                    <a:pt x="328168" y="67818"/>
                  </a:lnTo>
                  <a:lnTo>
                    <a:pt x="328168" y="33909"/>
                  </a:lnTo>
                  <a:lnTo>
                    <a:pt x="328168" y="67691"/>
                  </a:lnTo>
                  <a:cubicBezTo>
                    <a:pt x="184150" y="67691"/>
                    <a:pt x="67818" y="183769"/>
                    <a:pt x="67818" y="32639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83063" y="2273303"/>
            <a:ext cx="6206747" cy="939803"/>
            <a:chOff x="0" y="0"/>
            <a:chExt cx="8275663" cy="1253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8241792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75574" cy="1252984"/>
            </a:xfrm>
            <a:custGeom>
              <a:avLst/>
              <a:gdLst/>
              <a:ahLst/>
              <a:cxnLst/>
              <a:rect r="r" b="b" t="t" l="l"/>
              <a:pathLst>
                <a:path h="1252984" w="8275574">
                  <a:moveTo>
                    <a:pt x="16891" y="0"/>
                  </a:moveTo>
                  <a:lnTo>
                    <a:pt x="8258683" y="0"/>
                  </a:lnTo>
                  <a:cubicBezTo>
                    <a:pt x="8268081" y="0"/>
                    <a:pt x="8275574" y="7620"/>
                    <a:pt x="8275574" y="16891"/>
                  </a:cubicBezTo>
                  <a:lnTo>
                    <a:pt x="8275574" y="1236091"/>
                  </a:lnTo>
                  <a:cubicBezTo>
                    <a:pt x="8275574" y="1245489"/>
                    <a:pt x="8267953" y="1252982"/>
                    <a:pt x="825868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258683" y="1219200"/>
                  </a:lnTo>
                  <a:lnTo>
                    <a:pt x="8258683" y="1236091"/>
                  </a:lnTo>
                  <a:lnTo>
                    <a:pt x="8241792" y="1236091"/>
                  </a:lnTo>
                  <a:lnTo>
                    <a:pt x="8241792" y="16891"/>
                  </a:lnTo>
                  <a:lnTo>
                    <a:pt x="8258683" y="16891"/>
                  </a:lnTo>
                  <a:lnTo>
                    <a:pt x="8258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978640" y="2377440"/>
            <a:ext cx="5815584" cy="475488"/>
            <a:chOff x="0" y="0"/>
            <a:chExt cx="775411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54112" cy="633984"/>
            </a:xfrm>
            <a:custGeom>
              <a:avLst/>
              <a:gdLst/>
              <a:ahLst/>
              <a:cxnLst/>
              <a:rect r="r" b="b" t="t" l="l"/>
              <a:pathLst>
                <a:path h="633984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317" r="0" b="-1883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75411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1 — VADER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78640" y="2852928"/>
            <a:ext cx="5815584" cy="365760"/>
            <a:chOff x="0" y="0"/>
            <a:chExt cx="7754112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54112" cy="487680"/>
            </a:xfrm>
            <a:custGeom>
              <a:avLst/>
              <a:gdLst/>
              <a:ahLst/>
              <a:cxnLst/>
              <a:rect r="r" b="b" t="t" l="l"/>
              <a:pathLst>
                <a:path h="48768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812" r="0" b="-2598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75411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SentimentIntensityAnalyzer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978640" y="3438144"/>
            <a:ext cx="5815584" cy="475488"/>
            <a:chOff x="0" y="0"/>
            <a:chExt cx="7754112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54112" cy="633984"/>
            </a:xfrm>
            <a:custGeom>
              <a:avLst/>
              <a:gdLst/>
              <a:ahLst/>
              <a:cxnLst/>
              <a:rect r="r" b="b" t="t" l="l"/>
              <a:pathLst>
                <a:path h="633984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317" r="0" b="-1883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75411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Compound score: −1.0 to +1.0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965943" y="4047239"/>
            <a:ext cx="1000154" cy="610619"/>
            <a:chOff x="0" y="0"/>
            <a:chExt cx="1333538" cy="8141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299718" cy="780288"/>
            </a:xfrm>
            <a:custGeom>
              <a:avLst/>
              <a:gdLst/>
              <a:ahLst/>
              <a:cxnLst/>
              <a:rect r="r" b="b" t="t" l="l"/>
              <a:pathLst>
                <a:path h="780288" w="1299718">
                  <a:moveTo>
                    <a:pt x="0" y="0"/>
                  </a:moveTo>
                  <a:lnTo>
                    <a:pt x="1299718" y="0"/>
                  </a:lnTo>
                  <a:lnTo>
                    <a:pt x="129971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33500" cy="814072"/>
            </a:xfrm>
            <a:custGeom>
              <a:avLst/>
              <a:gdLst/>
              <a:ahLst/>
              <a:cxnLst/>
              <a:rect r="r" b="b" t="t" l="l"/>
              <a:pathLst>
                <a:path h="814072" w="1333500">
                  <a:moveTo>
                    <a:pt x="16891" y="0"/>
                  </a:moveTo>
                  <a:lnTo>
                    <a:pt x="1316609" y="0"/>
                  </a:lnTo>
                  <a:cubicBezTo>
                    <a:pt x="1326007" y="0"/>
                    <a:pt x="1333500" y="7620"/>
                    <a:pt x="1333500" y="16891"/>
                  </a:cubicBezTo>
                  <a:lnTo>
                    <a:pt x="1333500" y="797179"/>
                  </a:lnTo>
                  <a:cubicBezTo>
                    <a:pt x="1333500" y="806577"/>
                    <a:pt x="1325880" y="814070"/>
                    <a:pt x="131660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316609" y="780288"/>
                  </a:lnTo>
                  <a:lnTo>
                    <a:pt x="1316609" y="797179"/>
                  </a:lnTo>
                  <a:lnTo>
                    <a:pt x="1299718" y="797179"/>
                  </a:lnTo>
                  <a:lnTo>
                    <a:pt x="1299718" y="16891"/>
                  </a:lnTo>
                  <a:lnTo>
                    <a:pt x="1316609" y="16891"/>
                  </a:lnTo>
                  <a:lnTo>
                    <a:pt x="131660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977270" y="4047239"/>
            <a:ext cx="1095251" cy="610619"/>
            <a:chOff x="0" y="0"/>
            <a:chExt cx="1460335" cy="8141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26464" cy="780288"/>
            </a:xfrm>
            <a:custGeom>
              <a:avLst/>
              <a:gdLst/>
              <a:ahLst/>
              <a:cxnLst/>
              <a:rect r="r" b="b" t="t" l="l"/>
              <a:pathLst>
                <a:path h="780288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0246" cy="814072"/>
            </a:xfrm>
            <a:custGeom>
              <a:avLst/>
              <a:gdLst/>
              <a:ahLst/>
              <a:cxnLst/>
              <a:rect r="r" b="b" t="t" l="l"/>
              <a:pathLst>
                <a:path h="814072" w="1460246">
                  <a:moveTo>
                    <a:pt x="16891" y="0"/>
                  </a:moveTo>
                  <a:lnTo>
                    <a:pt x="1443355" y="0"/>
                  </a:lnTo>
                  <a:cubicBezTo>
                    <a:pt x="1452753" y="0"/>
                    <a:pt x="1460246" y="7620"/>
                    <a:pt x="1460246" y="16891"/>
                  </a:cubicBezTo>
                  <a:lnTo>
                    <a:pt x="1460246" y="797179"/>
                  </a:lnTo>
                  <a:cubicBezTo>
                    <a:pt x="1460246" y="806577"/>
                    <a:pt x="1452626" y="814070"/>
                    <a:pt x="144335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443355" y="780288"/>
                  </a:lnTo>
                  <a:lnTo>
                    <a:pt x="1443355" y="797179"/>
                  </a:lnTo>
                  <a:lnTo>
                    <a:pt x="1426464" y="797179"/>
                  </a:lnTo>
                  <a:lnTo>
                    <a:pt x="1426464" y="16891"/>
                  </a:lnTo>
                  <a:lnTo>
                    <a:pt x="1443355" y="16891"/>
                  </a:lnTo>
                  <a:lnTo>
                    <a:pt x="14433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083694" y="4047239"/>
            <a:ext cx="667312" cy="610619"/>
            <a:chOff x="0" y="0"/>
            <a:chExt cx="889749" cy="8141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55980" cy="780288"/>
            </a:xfrm>
            <a:custGeom>
              <a:avLst/>
              <a:gdLst/>
              <a:ahLst/>
              <a:cxnLst/>
              <a:rect r="r" b="b" t="t" l="l"/>
              <a:pathLst>
                <a:path h="780288" w="855980">
                  <a:moveTo>
                    <a:pt x="0" y="0"/>
                  </a:moveTo>
                  <a:lnTo>
                    <a:pt x="855980" y="0"/>
                  </a:lnTo>
                  <a:lnTo>
                    <a:pt x="8559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94A3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89762" cy="814072"/>
            </a:xfrm>
            <a:custGeom>
              <a:avLst/>
              <a:gdLst/>
              <a:ahLst/>
              <a:cxnLst/>
              <a:rect r="r" b="b" t="t" l="l"/>
              <a:pathLst>
                <a:path h="814072" w="889762">
                  <a:moveTo>
                    <a:pt x="16891" y="0"/>
                  </a:moveTo>
                  <a:lnTo>
                    <a:pt x="872871" y="0"/>
                  </a:lnTo>
                  <a:cubicBezTo>
                    <a:pt x="882269" y="0"/>
                    <a:pt x="889762" y="7620"/>
                    <a:pt x="889762" y="16891"/>
                  </a:cubicBezTo>
                  <a:lnTo>
                    <a:pt x="889762" y="797179"/>
                  </a:lnTo>
                  <a:cubicBezTo>
                    <a:pt x="889762" y="806577"/>
                    <a:pt x="882142" y="814070"/>
                    <a:pt x="8728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872871" y="780288"/>
                  </a:lnTo>
                  <a:lnTo>
                    <a:pt x="872871" y="797179"/>
                  </a:lnTo>
                  <a:lnTo>
                    <a:pt x="855853" y="797179"/>
                  </a:lnTo>
                  <a:lnTo>
                    <a:pt x="855853" y="16891"/>
                  </a:lnTo>
                  <a:lnTo>
                    <a:pt x="872744" y="16891"/>
                  </a:lnTo>
                  <a:lnTo>
                    <a:pt x="87274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762178" y="4047239"/>
            <a:ext cx="762410" cy="610619"/>
            <a:chOff x="0" y="0"/>
            <a:chExt cx="1016546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82726" cy="780288"/>
            </a:xfrm>
            <a:custGeom>
              <a:avLst/>
              <a:gdLst/>
              <a:ahLst/>
              <a:cxnLst/>
              <a:rect r="r" b="b" t="t" l="l"/>
              <a:pathLst>
                <a:path h="780288" w="982726">
                  <a:moveTo>
                    <a:pt x="0" y="0"/>
                  </a:moveTo>
                  <a:lnTo>
                    <a:pt x="982726" y="0"/>
                  </a:lnTo>
                  <a:lnTo>
                    <a:pt x="982726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16508" cy="814072"/>
            </a:xfrm>
            <a:custGeom>
              <a:avLst/>
              <a:gdLst/>
              <a:ahLst/>
              <a:cxnLst/>
              <a:rect r="r" b="b" t="t" l="l"/>
              <a:pathLst>
                <a:path h="814072" w="1016508">
                  <a:moveTo>
                    <a:pt x="16891" y="0"/>
                  </a:moveTo>
                  <a:lnTo>
                    <a:pt x="999617" y="0"/>
                  </a:lnTo>
                  <a:cubicBezTo>
                    <a:pt x="1009015" y="0"/>
                    <a:pt x="1016508" y="7620"/>
                    <a:pt x="1016508" y="16891"/>
                  </a:cubicBezTo>
                  <a:lnTo>
                    <a:pt x="1016508" y="797179"/>
                  </a:lnTo>
                  <a:cubicBezTo>
                    <a:pt x="1016508" y="806577"/>
                    <a:pt x="1008888" y="814070"/>
                    <a:pt x="999617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999617" y="780288"/>
                  </a:lnTo>
                  <a:lnTo>
                    <a:pt x="999617" y="797179"/>
                  </a:lnTo>
                  <a:lnTo>
                    <a:pt x="982726" y="797179"/>
                  </a:lnTo>
                  <a:lnTo>
                    <a:pt x="982726" y="16891"/>
                  </a:lnTo>
                  <a:lnTo>
                    <a:pt x="999617" y="16891"/>
                  </a:lnTo>
                  <a:lnTo>
                    <a:pt x="99961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535761" y="4047239"/>
            <a:ext cx="762410" cy="610619"/>
            <a:chOff x="0" y="0"/>
            <a:chExt cx="1016546" cy="8141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982726" cy="780288"/>
            </a:xfrm>
            <a:custGeom>
              <a:avLst/>
              <a:gdLst/>
              <a:ahLst/>
              <a:cxnLst/>
              <a:rect r="r" b="b" t="t" l="l"/>
              <a:pathLst>
                <a:path h="780288" w="982726">
                  <a:moveTo>
                    <a:pt x="0" y="0"/>
                  </a:moveTo>
                  <a:lnTo>
                    <a:pt x="982726" y="0"/>
                  </a:lnTo>
                  <a:lnTo>
                    <a:pt x="982726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6508" cy="814072"/>
            </a:xfrm>
            <a:custGeom>
              <a:avLst/>
              <a:gdLst/>
              <a:ahLst/>
              <a:cxnLst/>
              <a:rect r="r" b="b" t="t" l="l"/>
              <a:pathLst>
                <a:path h="814072" w="1016508">
                  <a:moveTo>
                    <a:pt x="16891" y="0"/>
                  </a:moveTo>
                  <a:lnTo>
                    <a:pt x="999617" y="0"/>
                  </a:lnTo>
                  <a:cubicBezTo>
                    <a:pt x="1009015" y="0"/>
                    <a:pt x="1016508" y="7620"/>
                    <a:pt x="1016508" y="16891"/>
                  </a:cubicBezTo>
                  <a:lnTo>
                    <a:pt x="1016508" y="797179"/>
                  </a:lnTo>
                  <a:cubicBezTo>
                    <a:pt x="1016508" y="806577"/>
                    <a:pt x="1008888" y="814070"/>
                    <a:pt x="999617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999617" y="780288"/>
                  </a:lnTo>
                  <a:lnTo>
                    <a:pt x="999617" y="797179"/>
                  </a:lnTo>
                  <a:lnTo>
                    <a:pt x="982726" y="797179"/>
                  </a:lnTo>
                  <a:lnTo>
                    <a:pt x="982726" y="16891"/>
                  </a:lnTo>
                  <a:lnTo>
                    <a:pt x="999617" y="16891"/>
                  </a:lnTo>
                  <a:lnTo>
                    <a:pt x="99961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978640" y="4718304"/>
            <a:ext cx="5815584" cy="402336"/>
            <a:chOff x="0" y="0"/>
            <a:chExt cx="7754112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754112" cy="536448"/>
            </a:xfrm>
            <a:custGeom>
              <a:avLst/>
              <a:gdLst/>
              <a:ahLst/>
              <a:cxnLst/>
              <a:rect r="r" b="b" t="t" l="l"/>
              <a:pathLst>
                <a:path h="536448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647" r="0" b="-2316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75411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Str.Neg  Neg  Neutral  Pos  Str.Pos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978640" y="5212080"/>
            <a:ext cx="5815584" cy="585216"/>
            <a:chOff x="0" y="0"/>
            <a:chExt cx="7754112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54112" cy="780288"/>
            </a:xfrm>
            <a:custGeom>
              <a:avLst/>
              <a:gdLst/>
              <a:ahLst/>
              <a:cxnLst/>
              <a:rect r="r" b="b" t="t" l="l"/>
              <a:pathLst>
                <a:path h="780288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632" r="0" b="-14363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75411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EMOTION_VALENCE: joy=+0.82  fear=−0.78  anger=−0.72  sadness=−0.66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770357" y="6101077"/>
            <a:ext cx="6232141" cy="3799837"/>
            <a:chOff x="0" y="0"/>
            <a:chExt cx="8309521" cy="506644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33909" y="33909"/>
              <a:ext cx="8241665" cy="4998720"/>
            </a:xfrm>
            <a:custGeom>
              <a:avLst/>
              <a:gdLst/>
              <a:ahLst/>
              <a:cxnLst/>
              <a:rect r="r" b="b" t="t" l="l"/>
              <a:pathLst>
                <a:path h="4998720" w="8241665">
                  <a:moveTo>
                    <a:pt x="0" y="292608"/>
                  </a:moveTo>
                  <a:cubicBezTo>
                    <a:pt x="0" y="130937"/>
                    <a:pt x="131699" y="0"/>
                    <a:pt x="294132" y="0"/>
                  </a:cubicBezTo>
                  <a:lnTo>
                    <a:pt x="7947533" y="0"/>
                  </a:lnTo>
                  <a:cubicBezTo>
                    <a:pt x="8109966" y="0"/>
                    <a:pt x="8241665" y="131064"/>
                    <a:pt x="8241665" y="292608"/>
                  </a:cubicBezTo>
                  <a:lnTo>
                    <a:pt x="8241665" y="4706112"/>
                  </a:lnTo>
                  <a:cubicBezTo>
                    <a:pt x="8241665" y="4867783"/>
                    <a:pt x="8109966" y="4998720"/>
                    <a:pt x="7947533" y="4998720"/>
                  </a:cubicBezTo>
                  <a:lnTo>
                    <a:pt x="294132" y="4998720"/>
                  </a:lnTo>
                  <a:cubicBezTo>
                    <a:pt x="131699" y="4998720"/>
                    <a:pt x="0" y="4867656"/>
                    <a:pt x="0" y="47061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309483" cy="5066538"/>
            </a:xfrm>
            <a:custGeom>
              <a:avLst/>
              <a:gdLst/>
              <a:ahLst/>
              <a:cxnLst/>
              <a:rect r="r" b="b" t="t" l="l"/>
              <a:pathLst>
                <a:path h="5066538" w="8309483">
                  <a:moveTo>
                    <a:pt x="0" y="326517"/>
                  </a:moveTo>
                  <a:cubicBezTo>
                    <a:pt x="0" y="146050"/>
                    <a:pt x="147066" y="0"/>
                    <a:pt x="328041" y="0"/>
                  </a:cubicBezTo>
                  <a:lnTo>
                    <a:pt x="7981442" y="0"/>
                  </a:lnTo>
                  <a:lnTo>
                    <a:pt x="7981442" y="33909"/>
                  </a:lnTo>
                  <a:lnTo>
                    <a:pt x="7981442" y="0"/>
                  </a:lnTo>
                  <a:cubicBezTo>
                    <a:pt x="8162417" y="0"/>
                    <a:pt x="8309483" y="146050"/>
                    <a:pt x="8309483" y="326517"/>
                  </a:cubicBezTo>
                  <a:lnTo>
                    <a:pt x="8275574" y="326517"/>
                  </a:lnTo>
                  <a:lnTo>
                    <a:pt x="8309483" y="326517"/>
                  </a:lnTo>
                  <a:lnTo>
                    <a:pt x="8309483" y="4740021"/>
                  </a:lnTo>
                  <a:lnTo>
                    <a:pt x="8275574" y="4740021"/>
                  </a:lnTo>
                  <a:lnTo>
                    <a:pt x="8309483" y="4740021"/>
                  </a:lnTo>
                  <a:cubicBezTo>
                    <a:pt x="8309483" y="4920488"/>
                    <a:pt x="8162417" y="5066538"/>
                    <a:pt x="7981442" y="5066538"/>
                  </a:cubicBezTo>
                  <a:lnTo>
                    <a:pt x="7981442" y="5032629"/>
                  </a:lnTo>
                  <a:lnTo>
                    <a:pt x="7981442" y="5066538"/>
                  </a:lnTo>
                  <a:lnTo>
                    <a:pt x="328041" y="5066538"/>
                  </a:lnTo>
                  <a:lnTo>
                    <a:pt x="328041" y="5032629"/>
                  </a:lnTo>
                  <a:lnTo>
                    <a:pt x="328041" y="5066538"/>
                  </a:lnTo>
                  <a:cubicBezTo>
                    <a:pt x="147066" y="5066411"/>
                    <a:pt x="0" y="4920488"/>
                    <a:pt x="0" y="47400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740021"/>
                  </a:lnTo>
                  <a:lnTo>
                    <a:pt x="33909" y="4740021"/>
                  </a:lnTo>
                  <a:lnTo>
                    <a:pt x="67691" y="4740021"/>
                  </a:lnTo>
                  <a:cubicBezTo>
                    <a:pt x="67691" y="4882769"/>
                    <a:pt x="184023" y="4998720"/>
                    <a:pt x="328041" y="4998720"/>
                  </a:cubicBezTo>
                  <a:lnTo>
                    <a:pt x="7981442" y="4998720"/>
                  </a:lnTo>
                  <a:cubicBezTo>
                    <a:pt x="8125333" y="4998720"/>
                    <a:pt x="8241792" y="4882642"/>
                    <a:pt x="8241792" y="4740021"/>
                  </a:cubicBezTo>
                  <a:lnTo>
                    <a:pt x="8241792" y="326517"/>
                  </a:lnTo>
                  <a:cubicBezTo>
                    <a:pt x="8241792" y="183769"/>
                    <a:pt x="8125461" y="67818"/>
                    <a:pt x="7981442" y="67818"/>
                  </a:cubicBezTo>
                  <a:lnTo>
                    <a:pt x="328041" y="67818"/>
                  </a:lnTo>
                  <a:lnTo>
                    <a:pt x="328041" y="33909"/>
                  </a:lnTo>
                  <a:lnTo>
                    <a:pt x="328041" y="67691"/>
                  </a:lnTo>
                  <a:cubicBezTo>
                    <a:pt x="184150" y="67691"/>
                    <a:pt x="67691" y="183769"/>
                    <a:pt x="67691" y="32639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783063" y="6113783"/>
            <a:ext cx="6206747" cy="939803"/>
            <a:chOff x="0" y="0"/>
            <a:chExt cx="8275663" cy="12530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8241792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41792">
                  <a:moveTo>
                    <a:pt x="0" y="0"/>
                  </a:moveTo>
                  <a:lnTo>
                    <a:pt x="8241792" y="0"/>
                  </a:lnTo>
                  <a:lnTo>
                    <a:pt x="824179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DF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275574" cy="1252984"/>
            </a:xfrm>
            <a:custGeom>
              <a:avLst/>
              <a:gdLst/>
              <a:ahLst/>
              <a:cxnLst/>
              <a:rect r="r" b="b" t="t" l="l"/>
              <a:pathLst>
                <a:path h="1252984" w="8275574">
                  <a:moveTo>
                    <a:pt x="16891" y="0"/>
                  </a:moveTo>
                  <a:lnTo>
                    <a:pt x="8258683" y="0"/>
                  </a:lnTo>
                  <a:cubicBezTo>
                    <a:pt x="8268081" y="0"/>
                    <a:pt x="8275574" y="7620"/>
                    <a:pt x="8275574" y="16891"/>
                  </a:cubicBezTo>
                  <a:lnTo>
                    <a:pt x="8275574" y="1236091"/>
                  </a:lnTo>
                  <a:cubicBezTo>
                    <a:pt x="8275574" y="1245489"/>
                    <a:pt x="8267953" y="1252982"/>
                    <a:pt x="825868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8258683" y="1219200"/>
                  </a:lnTo>
                  <a:lnTo>
                    <a:pt x="8258683" y="1236091"/>
                  </a:lnTo>
                  <a:lnTo>
                    <a:pt x="8241792" y="1236091"/>
                  </a:lnTo>
                  <a:lnTo>
                    <a:pt x="8241792" y="16891"/>
                  </a:lnTo>
                  <a:lnTo>
                    <a:pt x="8258683" y="16891"/>
                  </a:lnTo>
                  <a:lnTo>
                    <a:pt x="8258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978640" y="6217920"/>
            <a:ext cx="5815584" cy="475488"/>
            <a:chOff x="0" y="0"/>
            <a:chExt cx="775411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754112" cy="633984"/>
            </a:xfrm>
            <a:custGeom>
              <a:avLst/>
              <a:gdLst/>
              <a:ahLst/>
              <a:cxnLst/>
              <a:rect r="r" b="b" t="t" l="l"/>
              <a:pathLst>
                <a:path h="633984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317" r="0" b="-18831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75411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2 — DISTILROBERTA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978640" y="6693408"/>
            <a:ext cx="5815584" cy="365760"/>
            <a:chOff x="0" y="0"/>
            <a:chExt cx="7754112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754112" cy="487680"/>
            </a:xfrm>
            <a:custGeom>
              <a:avLst/>
              <a:gdLst/>
              <a:ahLst/>
              <a:cxnLst/>
              <a:rect r="r" b="b" t="t" l="l"/>
              <a:pathLst>
                <a:path h="48768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812" r="0" b="-25981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7754112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j-hartmann/emotion-english-distilroberta-base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911079" y="7229351"/>
            <a:ext cx="2914907" cy="720347"/>
            <a:chOff x="0" y="0"/>
            <a:chExt cx="3886543" cy="96046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F59E0B">
                <a:alpha val="3137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015216" y="7278624"/>
            <a:ext cx="1920240" cy="512064"/>
            <a:chOff x="0" y="0"/>
            <a:chExt cx="256032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😊 joy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935456" y="7315200"/>
            <a:ext cx="822960" cy="475488"/>
            <a:chOff x="0" y="0"/>
            <a:chExt cx="109728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+0.82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983463" y="7229351"/>
            <a:ext cx="2914907" cy="720347"/>
            <a:chOff x="0" y="0"/>
            <a:chExt cx="3886543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FB923C">
                <a:alpha val="3137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087600" y="7278624"/>
            <a:ext cx="1920240" cy="512064"/>
            <a:chOff x="0" y="0"/>
            <a:chExt cx="256032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😲 surprise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007840" y="7315200"/>
            <a:ext cx="822960" cy="475488"/>
            <a:chOff x="0" y="0"/>
            <a:chExt cx="109728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+0.18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911079" y="8070599"/>
            <a:ext cx="2914907" cy="720347"/>
            <a:chOff x="0" y="0"/>
            <a:chExt cx="3886543" cy="96046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94A3B8">
                <a:alpha val="3137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015216" y="8119872"/>
            <a:ext cx="1920240" cy="512064"/>
            <a:chOff x="0" y="0"/>
            <a:chExt cx="256032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😐 neutral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935456" y="8156448"/>
            <a:ext cx="822960" cy="475488"/>
            <a:chOff x="0" y="0"/>
            <a:chExt cx="109728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983463" y="8070599"/>
            <a:ext cx="2914907" cy="720347"/>
            <a:chOff x="0" y="0"/>
            <a:chExt cx="3886543" cy="96046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087600" y="8119872"/>
            <a:ext cx="1920240" cy="512064"/>
            <a:chOff x="0" y="0"/>
            <a:chExt cx="256032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🤢 disgust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7007840" y="8156448"/>
            <a:ext cx="822960" cy="475488"/>
            <a:chOff x="0" y="0"/>
            <a:chExt cx="1097280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−0.62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911079" y="8911847"/>
            <a:ext cx="2914907" cy="720347"/>
            <a:chOff x="0" y="0"/>
            <a:chExt cx="3886543" cy="96046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60A5FA">
                <a:alpha val="3137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60A5FA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015216" y="8961120"/>
            <a:ext cx="1920240" cy="512064"/>
            <a:chOff x="0" y="0"/>
            <a:chExt cx="256032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😢 sadness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935456" y="8997696"/>
            <a:ext cx="822960" cy="475488"/>
            <a:chOff x="0" y="0"/>
            <a:chExt cx="1097280" cy="6339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−0.66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983463" y="8911847"/>
            <a:ext cx="2914907" cy="720347"/>
            <a:chOff x="0" y="0"/>
            <a:chExt cx="3886543" cy="96046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3852672" cy="926592"/>
            </a:xfrm>
            <a:custGeom>
              <a:avLst/>
              <a:gdLst/>
              <a:ahLst/>
              <a:cxnLst/>
              <a:rect r="r" b="b" t="t" l="l"/>
              <a:pathLst>
                <a:path h="926592" w="3852672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3652266" y="0"/>
                  </a:lnTo>
                  <a:cubicBezTo>
                    <a:pt x="3763010" y="0"/>
                    <a:pt x="3852672" y="87376"/>
                    <a:pt x="3852672" y="195072"/>
                  </a:cubicBezTo>
                  <a:lnTo>
                    <a:pt x="3852672" y="731520"/>
                  </a:lnTo>
                  <a:cubicBezTo>
                    <a:pt x="3852672" y="839216"/>
                    <a:pt x="3762883" y="926592"/>
                    <a:pt x="3652266" y="926592"/>
                  </a:cubicBezTo>
                  <a:lnTo>
                    <a:pt x="200533" y="926592"/>
                  </a:lnTo>
                  <a:cubicBezTo>
                    <a:pt x="89789" y="926592"/>
                    <a:pt x="127" y="839216"/>
                    <a:pt x="127" y="731520"/>
                  </a:cubicBezTo>
                  <a:close/>
                </a:path>
              </a:pathLst>
            </a:custGeom>
            <a:solidFill>
              <a:srgbClr val="F87171">
                <a:alpha val="3137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86581" cy="960374"/>
            </a:xfrm>
            <a:custGeom>
              <a:avLst/>
              <a:gdLst/>
              <a:ahLst/>
              <a:cxnLst/>
              <a:rect r="r" b="b" t="t" l="l"/>
              <a:pathLst>
                <a:path h="960374" w="3886581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3669157" y="0"/>
                  </a:lnTo>
                  <a:lnTo>
                    <a:pt x="3669157" y="16891"/>
                  </a:lnTo>
                  <a:lnTo>
                    <a:pt x="3669157" y="0"/>
                  </a:lnTo>
                  <a:cubicBezTo>
                    <a:pt x="3788791" y="0"/>
                    <a:pt x="3886581" y="94488"/>
                    <a:pt x="3886581" y="211963"/>
                  </a:cubicBezTo>
                  <a:lnTo>
                    <a:pt x="3869690" y="211963"/>
                  </a:lnTo>
                  <a:lnTo>
                    <a:pt x="3886581" y="211963"/>
                  </a:lnTo>
                  <a:lnTo>
                    <a:pt x="3886581" y="748411"/>
                  </a:lnTo>
                  <a:lnTo>
                    <a:pt x="3869690" y="748411"/>
                  </a:lnTo>
                  <a:lnTo>
                    <a:pt x="3886581" y="748411"/>
                  </a:lnTo>
                  <a:cubicBezTo>
                    <a:pt x="3886581" y="865886"/>
                    <a:pt x="3788791" y="960374"/>
                    <a:pt x="3669157" y="960374"/>
                  </a:cubicBezTo>
                  <a:lnTo>
                    <a:pt x="3669157" y="943483"/>
                  </a:lnTo>
                  <a:lnTo>
                    <a:pt x="3669157" y="960374"/>
                  </a:lnTo>
                  <a:lnTo>
                    <a:pt x="217424" y="960374"/>
                  </a:lnTo>
                  <a:lnTo>
                    <a:pt x="217424" y="943483"/>
                  </a:lnTo>
                  <a:lnTo>
                    <a:pt x="217424" y="960374"/>
                  </a:lnTo>
                  <a:cubicBezTo>
                    <a:pt x="97790" y="960501"/>
                    <a:pt x="0" y="866013"/>
                    <a:pt x="0" y="74841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46328"/>
                    <a:pt x="115570" y="926592"/>
                    <a:pt x="217424" y="926592"/>
                  </a:cubicBezTo>
                  <a:lnTo>
                    <a:pt x="3669157" y="926592"/>
                  </a:lnTo>
                  <a:cubicBezTo>
                    <a:pt x="3770884" y="926592"/>
                    <a:pt x="3852672" y="846455"/>
                    <a:pt x="3852672" y="748411"/>
                  </a:cubicBezTo>
                  <a:lnTo>
                    <a:pt x="3852672" y="211963"/>
                  </a:lnTo>
                  <a:cubicBezTo>
                    <a:pt x="3852672" y="114046"/>
                    <a:pt x="3771011" y="33782"/>
                    <a:pt x="3669157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5087600" y="8961120"/>
            <a:ext cx="1920240" cy="512064"/>
            <a:chOff x="0" y="0"/>
            <a:chExt cx="256032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😠 anger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7007840" y="8997696"/>
            <a:ext cx="822960" cy="475488"/>
            <a:chOff x="0" y="0"/>
            <a:chExt cx="1097280" cy="6339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−0.72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82247" y="8856983"/>
            <a:ext cx="10778747" cy="976379"/>
            <a:chOff x="0" y="0"/>
            <a:chExt cx="14371663" cy="130183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433779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337792">
                  <a:moveTo>
                    <a:pt x="0" y="195072"/>
                  </a:moveTo>
                  <a:cubicBezTo>
                    <a:pt x="0" y="87376"/>
                    <a:pt x="89408" y="0"/>
                    <a:pt x="199771" y="0"/>
                  </a:cubicBezTo>
                  <a:lnTo>
                    <a:pt x="14138022" y="0"/>
                  </a:lnTo>
                  <a:cubicBezTo>
                    <a:pt x="14248384" y="0"/>
                    <a:pt x="14337792" y="87376"/>
                    <a:pt x="14337792" y="195072"/>
                  </a:cubicBezTo>
                  <a:lnTo>
                    <a:pt x="14337792" y="1072896"/>
                  </a:lnTo>
                  <a:cubicBezTo>
                    <a:pt x="14337792" y="1180592"/>
                    <a:pt x="14248384" y="1267968"/>
                    <a:pt x="14138022" y="1267968"/>
                  </a:cubicBezTo>
                  <a:lnTo>
                    <a:pt x="199898" y="1267968"/>
                  </a:lnTo>
                  <a:cubicBezTo>
                    <a:pt x="89535" y="1267968"/>
                    <a:pt x="127" y="1180592"/>
                    <a:pt x="127" y="1072896"/>
                  </a:cubicBezTo>
                  <a:close/>
                </a:path>
              </a:pathLst>
            </a:custGeom>
            <a:solidFill>
              <a:srgbClr val="FFFBEB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371701" cy="1301750"/>
            </a:xfrm>
            <a:custGeom>
              <a:avLst/>
              <a:gdLst/>
              <a:ahLst/>
              <a:cxnLst/>
              <a:rect r="r" b="b" t="t" l="l"/>
              <a:pathLst>
                <a:path h="1301750" w="14371701">
                  <a:moveTo>
                    <a:pt x="0" y="211963"/>
                  </a:moveTo>
                  <a:cubicBezTo>
                    <a:pt x="0" y="94488"/>
                    <a:pt x="97409" y="0"/>
                    <a:pt x="216789" y="0"/>
                  </a:cubicBezTo>
                  <a:lnTo>
                    <a:pt x="14154913" y="0"/>
                  </a:lnTo>
                  <a:lnTo>
                    <a:pt x="14154913" y="16891"/>
                  </a:lnTo>
                  <a:lnTo>
                    <a:pt x="14154913" y="0"/>
                  </a:lnTo>
                  <a:cubicBezTo>
                    <a:pt x="14274293" y="0"/>
                    <a:pt x="14371701" y="94488"/>
                    <a:pt x="14371701" y="211963"/>
                  </a:cubicBezTo>
                  <a:lnTo>
                    <a:pt x="14354811" y="211963"/>
                  </a:lnTo>
                  <a:lnTo>
                    <a:pt x="14371701" y="211963"/>
                  </a:lnTo>
                  <a:lnTo>
                    <a:pt x="14371701" y="1089787"/>
                  </a:lnTo>
                  <a:lnTo>
                    <a:pt x="14354811" y="1089787"/>
                  </a:lnTo>
                  <a:lnTo>
                    <a:pt x="14371701" y="1089787"/>
                  </a:lnTo>
                  <a:cubicBezTo>
                    <a:pt x="14371701" y="1207262"/>
                    <a:pt x="14274293" y="1301750"/>
                    <a:pt x="14154913" y="1301750"/>
                  </a:cubicBezTo>
                  <a:lnTo>
                    <a:pt x="14154913" y="1284859"/>
                  </a:lnTo>
                  <a:lnTo>
                    <a:pt x="14154913" y="1301750"/>
                  </a:lnTo>
                  <a:lnTo>
                    <a:pt x="216789" y="1301750"/>
                  </a:lnTo>
                  <a:lnTo>
                    <a:pt x="216789" y="1284859"/>
                  </a:lnTo>
                  <a:lnTo>
                    <a:pt x="216789" y="1301750"/>
                  </a:lnTo>
                  <a:cubicBezTo>
                    <a:pt x="97409" y="1301877"/>
                    <a:pt x="0" y="1207262"/>
                    <a:pt x="0" y="108978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089787"/>
                  </a:lnTo>
                  <a:lnTo>
                    <a:pt x="16891" y="1089787"/>
                  </a:lnTo>
                  <a:lnTo>
                    <a:pt x="33909" y="1089787"/>
                  </a:lnTo>
                  <a:cubicBezTo>
                    <a:pt x="33909" y="1187831"/>
                    <a:pt x="115443" y="1267968"/>
                    <a:pt x="216789" y="1267968"/>
                  </a:cubicBezTo>
                  <a:lnTo>
                    <a:pt x="14154913" y="1267968"/>
                  </a:lnTo>
                  <a:cubicBezTo>
                    <a:pt x="14256258" y="1267968"/>
                    <a:pt x="14337793" y="1187831"/>
                    <a:pt x="14337793" y="1089787"/>
                  </a:cubicBezTo>
                  <a:lnTo>
                    <a:pt x="14337793" y="211963"/>
                  </a:lnTo>
                  <a:cubicBezTo>
                    <a:pt x="14337793" y="113919"/>
                    <a:pt x="14256258" y="33782"/>
                    <a:pt x="14154913" y="33782"/>
                  </a:cubicBezTo>
                  <a:lnTo>
                    <a:pt x="216789" y="33782"/>
                  </a:lnTo>
                  <a:lnTo>
                    <a:pt x="216789" y="16891"/>
                  </a:lnTo>
                  <a:lnTo>
                    <a:pt x="216789" y="33909"/>
                  </a:lnTo>
                  <a:cubicBezTo>
                    <a:pt x="115443" y="33909"/>
                    <a:pt x="33909" y="114046"/>
                    <a:pt x="33909" y="21209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14400" y="8924544"/>
            <a:ext cx="10351008" cy="804672"/>
            <a:chOff x="0" y="0"/>
            <a:chExt cx="13801344" cy="107289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3801344" cy="1072896"/>
            </a:xfrm>
            <a:custGeom>
              <a:avLst/>
              <a:gdLst/>
              <a:ahLst/>
              <a:cxnLst/>
              <a:rect r="r" b="b" t="t" l="l"/>
              <a:pathLst>
                <a:path h="1072896" w="13801344">
                  <a:moveTo>
                    <a:pt x="0" y="0"/>
                  </a:moveTo>
                  <a:lnTo>
                    <a:pt x="13801344" y="0"/>
                  </a:lnTo>
                  <a:lnTo>
                    <a:pt x="13801344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648" r="0" b="-20064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3801344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Fallback: fallback_emotion_scores() — keyword word-lists + VADER if transformer unavailable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Story Shape Matching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7824" y="1901952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Kurt Vonnegut's narrative arc theory — cosine similarity via centered_unit() in Python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9541" y="2626357"/>
            <a:ext cx="5628637" cy="3342637"/>
            <a:chOff x="0" y="0"/>
            <a:chExt cx="7504849" cy="44568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2247" y="2639063"/>
            <a:ext cx="5603243" cy="116843"/>
            <a:chOff x="0" y="0"/>
            <a:chExt cx="7470991" cy="155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7824" y="2834640"/>
            <a:ext cx="5212080" cy="585216"/>
            <a:chOff x="0" y="0"/>
            <a:chExt cx="694944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Rags to Riches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1431" y="4369832"/>
            <a:ext cx="4963163" cy="71123"/>
            <a:chOff x="0" y="0"/>
            <a:chExt cx="6617551" cy="948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8007" y="4369832"/>
            <a:ext cx="775211" cy="655234"/>
            <a:chOff x="0" y="0"/>
            <a:chExt cx="1033615" cy="8736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870967" y="4369832"/>
            <a:ext cx="775211" cy="434797"/>
            <a:chOff x="0" y="0"/>
            <a:chExt cx="1033615" cy="579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99744" cy="545846"/>
            </a:xfrm>
            <a:custGeom>
              <a:avLst/>
              <a:gdLst/>
              <a:ahLst/>
              <a:cxnLst/>
              <a:rect r="r" b="b" t="t" l="l"/>
              <a:pathLst>
                <a:path h="545846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45846"/>
                  </a:lnTo>
                  <a:lnTo>
                    <a:pt x="0" y="545846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3526" cy="579630"/>
            </a:xfrm>
            <a:custGeom>
              <a:avLst/>
              <a:gdLst/>
              <a:ahLst/>
              <a:cxnLst/>
              <a:rect r="r" b="b" t="t" l="l"/>
              <a:pathLst>
                <a:path h="579630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62737"/>
                  </a:lnTo>
                  <a:cubicBezTo>
                    <a:pt x="1033526" y="572135"/>
                    <a:pt x="1025906" y="579628"/>
                    <a:pt x="1016635" y="579628"/>
                  </a:cubicBezTo>
                  <a:lnTo>
                    <a:pt x="16891" y="579628"/>
                  </a:lnTo>
                  <a:cubicBezTo>
                    <a:pt x="7620" y="579755"/>
                    <a:pt x="0" y="572135"/>
                    <a:pt x="0" y="56273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737"/>
                  </a:lnTo>
                  <a:lnTo>
                    <a:pt x="16891" y="562737"/>
                  </a:lnTo>
                  <a:lnTo>
                    <a:pt x="16891" y="545846"/>
                  </a:lnTo>
                  <a:lnTo>
                    <a:pt x="1016635" y="545846"/>
                  </a:lnTo>
                  <a:lnTo>
                    <a:pt x="1016635" y="562737"/>
                  </a:lnTo>
                  <a:lnTo>
                    <a:pt x="999744" y="562737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693927" y="4369832"/>
            <a:ext cx="775211" cy="182861"/>
            <a:chOff x="0" y="0"/>
            <a:chExt cx="1033615" cy="2438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999744" cy="209931"/>
            </a:xfrm>
            <a:custGeom>
              <a:avLst/>
              <a:gdLst/>
              <a:ahLst/>
              <a:cxnLst/>
              <a:rect r="r" b="b" t="t" l="l"/>
              <a:pathLst>
                <a:path h="20993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09931"/>
                  </a:lnTo>
                  <a:lnTo>
                    <a:pt x="0" y="20993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3526" cy="243715"/>
            </a:xfrm>
            <a:custGeom>
              <a:avLst/>
              <a:gdLst/>
              <a:ahLst/>
              <a:cxnLst/>
              <a:rect r="r" b="b" t="t" l="l"/>
              <a:pathLst>
                <a:path h="243715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226822"/>
                  </a:lnTo>
                  <a:cubicBezTo>
                    <a:pt x="1033526" y="236220"/>
                    <a:pt x="1025906" y="243713"/>
                    <a:pt x="1016635" y="243713"/>
                  </a:cubicBezTo>
                  <a:lnTo>
                    <a:pt x="16891" y="243713"/>
                  </a:lnTo>
                  <a:cubicBezTo>
                    <a:pt x="7620" y="243840"/>
                    <a:pt x="0" y="236220"/>
                    <a:pt x="0" y="2268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822"/>
                  </a:lnTo>
                  <a:lnTo>
                    <a:pt x="16891" y="226822"/>
                  </a:lnTo>
                  <a:lnTo>
                    <a:pt x="16891" y="209931"/>
                  </a:lnTo>
                  <a:lnTo>
                    <a:pt x="1016635" y="209931"/>
                  </a:lnTo>
                  <a:lnTo>
                    <a:pt x="1016635" y="226822"/>
                  </a:lnTo>
                  <a:lnTo>
                    <a:pt x="999744" y="226822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516887" y="4243864"/>
            <a:ext cx="775211" cy="151371"/>
            <a:chOff x="0" y="0"/>
            <a:chExt cx="1033615" cy="2018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999744" cy="168021"/>
            </a:xfrm>
            <a:custGeom>
              <a:avLst/>
              <a:gdLst/>
              <a:ahLst/>
              <a:cxnLst/>
              <a:rect r="r" b="b" t="t" l="l"/>
              <a:pathLst>
                <a:path h="16802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168021"/>
                  </a:lnTo>
                  <a:lnTo>
                    <a:pt x="0" y="16802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3526" cy="201803"/>
            </a:xfrm>
            <a:custGeom>
              <a:avLst/>
              <a:gdLst/>
              <a:ahLst/>
              <a:cxnLst/>
              <a:rect r="r" b="b" t="t" l="l"/>
              <a:pathLst>
                <a:path h="20180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184912"/>
                  </a:lnTo>
                  <a:cubicBezTo>
                    <a:pt x="1033526" y="194310"/>
                    <a:pt x="1025906" y="201803"/>
                    <a:pt x="1016635" y="201803"/>
                  </a:cubicBezTo>
                  <a:lnTo>
                    <a:pt x="16891" y="201803"/>
                  </a:lnTo>
                  <a:cubicBezTo>
                    <a:pt x="7620" y="201803"/>
                    <a:pt x="0" y="194183"/>
                    <a:pt x="0" y="18491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912"/>
                  </a:lnTo>
                  <a:lnTo>
                    <a:pt x="16891" y="184912"/>
                  </a:lnTo>
                  <a:lnTo>
                    <a:pt x="16891" y="167894"/>
                  </a:lnTo>
                  <a:lnTo>
                    <a:pt x="1016635" y="167894"/>
                  </a:lnTo>
                  <a:lnTo>
                    <a:pt x="1016635" y="184785"/>
                  </a:lnTo>
                  <a:lnTo>
                    <a:pt x="999744" y="18478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339847" y="3979335"/>
            <a:ext cx="775211" cy="415900"/>
            <a:chOff x="0" y="0"/>
            <a:chExt cx="1033615" cy="5545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99744" cy="520700"/>
            </a:xfrm>
            <a:custGeom>
              <a:avLst/>
              <a:gdLst/>
              <a:ahLst/>
              <a:cxnLst/>
              <a:rect r="r" b="b" t="t" l="l"/>
              <a:pathLst>
                <a:path h="52070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20700"/>
                  </a:lnTo>
                  <a:lnTo>
                    <a:pt x="0" y="520700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3526" cy="554482"/>
            </a:xfrm>
            <a:custGeom>
              <a:avLst/>
              <a:gdLst/>
              <a:ahLst/>
              <a:cxnLst/>
              <a:rect r="r" b="b" t="t" l="l"/>
              <a:pathLst>
                <a:path h="554482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37591"/>
                  </a:lnTo>
                  <a:cubicBezTo>
                    <a:pt x="1033526" y="546989"/>
                    <a:pt x="1025906" y="554482"/>
                    <a:pt x="1016635" y="554482"/>
                  </a:cubicBezTo>
                  <a:lnTo>
                    <a:pt x="16891" y="554482"/>
                  </a:lnTo>
                  <a:cubicBezTo>
                    <a:pt x="7620" y="554482"/>
                    <a:pt x="0" y="546989"/>
                    <a:pt x="0" y="5375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7591"/>
                  </a:lnTo>
                  <a:lnTo>
                    <a:pt x="16891" y="537591"/>
                  </a:lnTo>
                  <a:lnTo>
                    <a:pt x="16891" y="520700"/>
                  </a:lnTo>
                  <a:lnTo>
                    <a:pt x="1016635" y="520700"/>
                  </a:lnTo>
                  <a:lnTo>
                    <a:pt x="1016635" y="537591"/>
                  </a:lnTo>
                  <a:lnTo>
                    <a:pt x="999744" y="537591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162807" y="3740001"/>
            <a:ext cx="775211" cy="655234"/>
            <a:chOff x="0" y="0"/>
            <a:chExt cx="1033615" cy="8736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77824" y="5358384"/>
            <a:ext cx="5212080" cy="512064"/>
            <a:chOff x="0" y="0"/>
            <a:chExt cx="694944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Steady rise from difficulty to triumph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58277" y="2626357"/>
            <a:ext cx="5628637" cy="3342637"/>
            <a:chOff x="0" y="0"/>
            <a:chExt cx="7504849" cy="44568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70983" y="2639063"/>
            <a:ext cx="5603243" cy="116843"/>
            <a:chOff x="0" y="0"/>
            <a:chExt cx="7470991" cy="1557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766560" y="2834640"/>
            <a:ext cx="5212080" cy="585216"/>
            <a:chOff x="0" y="0"/>
            <a:chExt cx="694944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Tragedy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00167" y="4369832"/>
            <a:ext cx="4963163" cy="71123"/>
            <a:chOff x="0" y="0"/>
            <a:chExt cx="6617551" cy="948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936743" y="3740001"/>
            <a:ext cx="775211" cy="655234"/>
            <a:chOff x="0" y="0"/>
            <a:chExt cx="1033615" cy="87364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759703" y="3979335"/>
            <a:ext cx="775211" cy="415900"/>
            <a:chOff x="0" y="0"/>
            <a:chExt cx="1033615" cy="55453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999744" cy="520700"/>
            </a:xfrm>
            <a:custGeom>
              <a:avLst/>
              <a:gdLst/>
              <a:ahLst/>
              <a:cxnLst/>
              <a:rect r="r" b="b" t="t" l="l"/>
              <a:pathLst>
                <a:path h="52070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20700"/>
                  </a:lnTo>
                  <a:lnTo>
                    <a:pt x="0" y="520700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33526" cy="554482"/>
            </a:xfrm>
            <a:custGeom>
              <a:avLst/>
              <a:gdLst/>
              <a:ahLst/>
              <a:cxnLst/>
              <a:rect r="r" b="b" t="t" l="l"/>
              <a:pathLst>
                <a:path h="554482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37591"/>
                  </a:lnTo>
                  <a:cubicBezTo>
                    <a:pt x="1033526" y="546989"/>
                    <a:pt x="1025906" y="554482"/>
                    <a:pt x="1016635" y="554482"/>
                  </a:cubicBezTo>
                  <a:lnTo>
                    <a:pt x="16891" y="554482"/>
                  </a:lnTo>
                  <a:cubicBezTo>
                    <a:pt x="7620" y="554482"/>
                    <a:pt x="0" y="546989"/>
                    <a:pt x="0" y="5375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7591"/>
                  </a:lnTo>
                  <a:lnTo>
                    <a:pt x="16891" y="537591"/>
                  </a:lnTo>
                  <a:lnTo>
                    <a:pt x="16891" y="520700"/>
                  </a:lnTo>
                  <a:lnTo>
                    <a:pt x="1016635" y="520700"/>
                  </a:lnTo>
                  <a:lnTo>
                    <a:pt x="1016635" y="537591"/>
                  </a:lnTo>
                  <a:lnTo>
                    <a:pt x="999744" y="537591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582663" y="4243864"/>
            <a:ext cx="775211" cy="151371"/>
            <a:chOff x="0" y="0"/>
            <a:chExt cx="1033615" cy="2018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99744" cy="168021"/>
            </a:xfrm>
            <a:custGeom>
              <a:avLst/>
              <a:gdLst/>
              <a:ahLst/>
              <a:cxnLst/>
              <a:rect r="r" b="b" t="t" l="l"/>
              <a:pathLst>
                <a:path h="16802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168021"/>
                  </a:lnTo>
                  <a:lnTo>
                    <a:pt x="0" y="16802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3526" cy="201803"/>
            </a:xfrm>
            <a:custGeom>
              <a:avLst/>
              <a:gdLst/>
              <a:ahLst/>
              <a:cxnLst/>
              <a:rect r="r" b="b" t="t" l="l"/>
              <a:pathLst>
                <a:path h="20180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184912"/>
                  </a:lnTo>
                  <a:cubicBezTo>
                    <a:pt x="1033526" y="194310"/>
                    <a:pt x="1025906" y="201803"/>
                    <a:pt x="1016635" y="201803"/>
                  </a:cubicBezTo>
                  <a:lnTo>
                    <a:pt x="16891" y="201803"/>
                  </a:lnTo>
                  <a:cubicBezTo>
                    <a:pt x="7620" y="201803"/>
                    <a:pt x="0" y="194183"/>
                    <a:pt x="0" y="18491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912"/>
                  </a:lnTo>
                  <a:lnTo>
                    <a:pt x="16891" y="184912"/>
                  </a:lnTo>
                  <a:lnTo>
                    <a:pt x="16891" y="167894"/>
                  </a:lnTo>
                  <a:lnTo>
                    <a:pt x="1016635" y="167894"/>
                  </a:lnTo>
                  <a:lnTo>
                    <a:pt x="1016635" y="184785"/>
                  </a:lnTo>
                  <a:lnTo>
                    <a:pt x="999744" y="18478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05623" y="4369832"/>
            <a:ext cx="775211" cy="182861"/>
            <a:chOff x="0" y="0"/>
            <a:chExt cx="1033615" cy="2438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999744" cy="209931"/>
            </a:xfrm>
            <a:custGeom>
              <a:avLst/>
              <a:gdLst/>
              <a:ahLst/>
              <a:cxnLst/>
              <a:rect r="r" b="b" t="t" l="l"/>
              <a:pathLst>
                <a:path h="20993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09931"/>
                  </a:lnTo>
                  <a:lnTo>
                    <a:pt x="0" y="20993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3526" cy="243715"/>
            </a:xfrm>
            <a:custGeom>
              <a:avLst/>
              <a:gdLst/>
              <a:ahLst/>
              <a:cxnLst/>
              <a:rect r="r" b="b" t="t" l="l"/>
              <a:pathLst>
                <a:path h="243715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226822"/>
                  </a:lnTo>
                  <a:cubicBezTo>
                    <a:pt x="1033526" y="236220"/>
                    <a:pt x="1025906" y="243713"/>
                    <a:pt x="1016635" y="243713"/>
                  </a:cubicBezTo>
                  <a:lnTo>
                    <a:pt x="16891" y="243713"/>
                  </a:lnTo>
                  <a:cubicBezTo>
                    <a:pt x="7620" y="243840"/>
                    <a:pt x="0" y="236220"/>
                    <a:pt x="0" y="2268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822"/>
                  </a:lnTo>
                  <a:lnTo>
                    <a:pt x="16891" y="226822"/>
                  </a:lnTo>
                  <a:lnTo>
                    <a:pt x="16891" y="209931"/>
                  </a:lnTo>
                  <a:lnTo>
                    <a:pt x="1016635" y="209931"/>
                  </a:lnTo>
                  <a:lnTo>
                    <a:pt x="1016635" y="226822"/>
                  </a:lnTo>
                  <a:lnTo>
                    <a:pt x="999744" y="226822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228583" y="4369832"/>
            <a:ext cx="775211" cy="434797"/>
            <a:chOff x="0" y="0"/>
            <a:chExt cx="1033615" cy="57973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999744" cy="545846"/>
            </a:xfrm>
            <a:custGeom>
              <a:avLst/>
              <a:gdLst/>
              <a:ahLst/>
              <a:cxnLst/>
              <a:rect r="r" b="b" t="t" l="l"/>
              <a:pathLst>
                <a:path h="545846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45846"/>
                  </a:lnTo>
                  <a:lnTo>
                    <a:pt x="0" y="545846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33526" cy="579630"/>
            </a:xfrm>
            <a:custGeom>
              <a:avLst/>
              <a:gdLst/>
              <a:ahLst/>
              <a:cxnLst/>
              <a:rect r="r" b="b" t="t" l="l"/>
              <a:pathLst>
                <a:path h="579630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62737"/>
                  </a:lnTo>
                  <a:cubicBezTo>
                    <a:pt x="1033526" y="572135"/>
                    <a:pt x="1025906" y="579628"/>
                    <a:pt x="1016635" y="579628"/>
                  </a:cubicBezTo>
                  <a:lnTo>
                    <a:pt x="16891" y="579628"/>
                  </a:lnTo>
                  <a:cubicBezTo>
                    <a:pt x="7620" y="579755"/>
                    <a:pt x="0" y="572135"/>
                    <a:pt x="0" y="56273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737"/>
                  </a:lnTo>
                  <a:lnTo>
                    <a:pt x="16891" y="562737"/>
                  </a:lnTo>
                  <a:lnTo>
                    <a:pt x="16891" y="545846"/>
                  </a:lnTo>
                  <a:lnTo>
                    <a:pt x="1016635" y="545846"/>
                  </a:lnTo>
                  <a:lnTo>
                    <a:pt x="1016635" y="562737"/>
                  </a:lnTo>
                  <a:lnTo>
                    <a:pt x="999744" y="562737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051543" y="4369832"/>
            <a:ext cx="775211" cy="655234"/>
            <a:chOff x="0" y="0"/>
            <a:chExt cx="1033615" cy="87364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766560" y="5358384"/>
            <a:ext cx="5212080" cy="512064"/>
            <a:chOff x="0" y="0"/>
            <a:chExt cx="694944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Stable beginning into loss or defeat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47013" y="2626357"/>
            <a:ext cx="5628637" cy="3342637"/>
            <a:chOff x="0" y="0"/>
            <a:chExt cx="7504849" cy="445684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59719" y="2639063"/>
            <a:ext cx="5603243" cy="116843"/>
            <a:chOff x="0" y="0"/>
            <a:chExt cx="7470991" cy="1557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655296" y="2834640"/>
            <a:ext cx="5212080" cy="585216"/>
            <a:chOff x="0" y="0"/>
            <a:chExt cx="694944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Icarus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788903" y="4369832"/>
            <a:ext cx="4963163" cy="71123"/>
            <a:chOff x="0" y="0"/>
            <a:chExt cx="6617551" cy="948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825479" y="4369832"/>
            <a:ext cx="775211" cy="497776"/>
            <a:chOff x="0" y="0"/>
            <a:chExt cx="1033615" cy="66370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999744" cy="629920"/>
            </a:xfrm>
            <a:custGeom>
              <a:avLst/>
              <a:gdLst/>
              <a:ahLst/>
              <a:cxnLst/>
              <a:rect r="r" b="b" t="t" l="l"/>
              <a:pathLst>
                <a:path h="62992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629920"/>
                  </a:lnTo>
                  <a:lnTo>
                    <a:pt x="0" y="629920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33526" cy="663702"/>
            </a:xfrm>
            <a:custGeom>
              <a:avLst/>
              <a:gdLst/>
              <a:ahLst/>
              <a:cxnLst/>
              <a:rect r="r" b="b" t="t" l="l"/>
              <a:pathLst>
                <a:path h="663702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646811"/>
                  </a:lnTo>
                  <a:cubicBezTo>
                    <a:pt x="1033526" y="656209"/>
                    <a:pt x="1025906" y="663702"/>
                    <a:pt x="1016635" y="663702"/>
                  </a:cubicBezTo>
                  <a:lnTo>
                    <a:pt x="16891" y="663702"/>
                  </a:lnTo>
                  <a:cubicBezTo>
                    <a:pt x="7620" y="663702"/>
                    <a:pt x="0" y="656082"/>
                    <a:pt x="0" y="64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6811"/>
                  </a:lnTo>
                  <a:lnTo>
                    <a:pt x="16891" y="646811"/>
                  </a:lnTo>
                  <a:lnTo>
                    <a:pt x="16891" y="629793"/>
                  </a:lnTo>
                  <a:lnTo>
                    <a:pt x="1016635" y="629793"/>
                  </a:lnTo>
                  <a:lnTo>
                    <a:pt x="1016635" y="646684"/>
                  </a:lnTo>
                  <a:lnTo>
                    <a:pt x="999744" y="646684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648439" y="4212374"/>
            <a:ext cx="775211" cy="182861"/>
            <a:chOff x="0" y="0"/>
            <a:chExt cx="1033615" cy="24381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999744" cy="209931"/>
            </a:xfrm>
            <a:custGeom>
              <a:avLst/>
              <a:gdLst/>
              <a:ahLst/>
              <a:cxnLst/>
              <a:rect r="r" b="b" t="t" l="l"/>
              <a:pathLst>
                <a:path h="20993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09931"/>
                  </a:lnTo>
                  <a:lnTo>
                    <a:pt x="0" y="20993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33526" cy="243715"/>
            </a:xfrm>
            <a:custGeom>
              <a:avLst/>
              <a:gdLst/>
              <a:ahLst/>
              <a:cxnLst/>
              <a:rect r="r" b="b" t="t" l="l"/>
              <a:pathLst>
                <a:path h="243715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226822"/>
                  </a:lnTo>
                  <a:cubicBezTo>
                    <a:pt x="1033526" y="236220"/>
                    <a:pt x="1025906" y="243713"/>
                    <a:pt x="1016635" y="243713"/>
                  </a:cubicBezTo>
                  <a:lnTo>
                    <a:pt x="16891" y="243713"/>
                  </a:lnTo>
                  <a:cubicBezTo>
                    <a:pt x="7620" y="243840"/>
                    <a:pt x="0" y="236220"/>
                    <a:pt x="0" y="2268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822"/>
                  </a:lnTo>
                  <a:lnTo>
                    <a:pt x="16891" y="226822"/>
                  </a:lnTo>
                  <a:lnTo>
                    <a:pt x="16891" y="209931"/>
                  </a:lnTo>
                  <a:lnTo>
                    <a:pt x="1016635" y="209931"/>
                  </a:lnTo>
                  <a:lnTo>
                    <a:pt x="1016635" y="226822"/>
                  </a:lnTo>
                  <a:lnTo>
                    <a:pt x="999744" y="226822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4471399" y="3740001"/>
            <a:ext cx="775211" cy="655234"/>
            <a:chOff x="0" y="0"/>
            <a:chExt cx="1033615" cy="87364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5294359" y="4149395"/>
            <a:ext cx="775211" cy="245840"/>
            <a:chOff x="0" y="0"/>
            <a:chExt cx="1033615" cy="3277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999744" cy="294005"/>
            </a:xfrm>
            <a:custGeom>
              <a:avLst/>
              <a:gdLst/>
              <a:ahLst/>
              <a:cxnLst/>
              <a:rect r="r" b="b" t="t" l="l"/>
              <a:pathLst>
                <a:path h="294005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94005"/>
                  </a:lnTo>
                  <a:lnTo>
                    <a:pt x="0" y="294005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33526" cy="327787"/>
            </a:xfrm>
            <a:custGeom>
              <a:avLst/>
              <a:gdLst/>
              <a:ahLst/>
              <a:cxnLst/>
              <a:rect r="r" b="b" t="t" l="l"/>
              <a:pathLst>
                <a:path h="327787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310896"/>
                  </a:lnTo>
                  <a:cubicBezTo>
                    <a:pt x="1033526" y="320294"/>
                    <a:pt x="1025906" y="327787"/>
                    <a:pt x="1016635" y="327787"/>
                  </a:cubicBezTo>
                  <a:lnTo>
                    <a:pt x="16891" y="327787"/>
                  </a:lnTo>
                  <a:cubicBezTo>
                    <a:pt x="7620" y="327787"/>
                    <a:pt x="0" y="320167"/>
                    <a:pt x="0" y="310896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0896"/>
                  </a:lnTo>
                  <a:lnTo>
                    <a:pt x="16891" y="310896"/>
                  </a:lnTo>
                  <a:lnTo>
                    <a:pt x="16891" y="293878"/>
                  </a:lnTo>
                  <a:lnTo>
                    <a:pt x="1016635" y="293878"/>
                  </a:lnTo>
                  <a:lnTo>
                    <a:pt x="1016635" y="310769"/>
                  </a:lnTo>
                  <a:lnTo>
                    <a:pt x="999744" y="310769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117319" y="4369832"/>
            <a:ext cx="775211" cy="245840"/>
            <a:chOff x="0" y="0"/>
            <a:chExt cx="1033615" cy="32778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999744" cy="294005"/>
            </a:xfrm>
            <a:custGeom>
              <a:avLst/>
              <a:gdLst/>
              <a:ahLst/>
              <a:cxnLst/>
              <a:rect r="r" b="b" t="t" l="l"/>
              <a:pathLst>
                <a:path h="294005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94005"/>
                  </a:lnTo>
                  <a:lnTo>
                    <a:pt x="0" y="294005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33526" cy="327787"/>
            </a:xfrm>
            <a:custGeom>
              <a:avLst/>
              <a:gdLst/>
              <a:ahLst/>
              <a:cxnLst/>
              <a:rect r="r" b="b" t="t" l="l"/>
              <a:pathLst>
                <a:path h="327787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310896"/>
                  </a:lnTo>
                  <a:cubicBezTo>
                    <a:pt x="1033526" y="320294"/>
                    <a:pt x="1025906" y="327787"/>
                    <a:pt x="1016635" y="327787"/>
                  </a:cubicBezTo>
                  <a:lnTo>
                    <a:pt x="16891" y="327787"/>
                  </a:lnTo>
                  <a:cubicBezTo>
                    <a:pt x="7620" y="327787"/>
                    <a:pt x="0" y="320167"/>
                    <a:pt x="0" y="310896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0896"/>
                  </a:lnTo>
                  <a:lnTo>
                    <a:pt x="16891" y="310896"/>
                  </a:lnTo>
                  <a:lnTo>
                    <a:pt x="16891" y="293878"/>
                  </a:lnTo>
                  <a:lnTo>
                    <a:pt x="1016635" y="293878"/>
                  </a:lnTo>
                  <a:lnTo>
                    <a:pt x="1016635" y="310769"/>
                  </a:lnTo>
                  <a:lnTo>
                    <a:pt x="999744" y="310769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940279" y="4369832"/>
            <a:ext cx="775211" cy="655234"/>
            <a:chOff x="0" y="0"/>
            <a:chExt cx="1033615" cy="87364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655296" y="5358384"/>
            <a:ext cx="5212080" cy="512064"/>
            <a:chOff x="0" y="0"/>
            <a:chExt cx="694944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Rise then sharp fall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9541" y="6247381"/>
            <a:ext cx="5628637" cy="3342637"/>
            <a:chOff x="0" y="0"/>
            <a:chExt cx="7504849" cy="445684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82247" y="6260087"/>
            <a:ext cx="5603243" cy="116843"/>
            <a:chOff x="0" y="0"/>
            <a:chExt cx="7470991" cy="15579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77824" y="6455664"/>
            <a:ext cx="5212080" cy="585216"/>
            <a:chOff x="0" y="0"/>
            <a:chExt cx="6949440" cy="78028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Cinderella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11431" y="7990856"/>
            <a:ext cx="4963163" cy="71123"/>
            <a:chOff x="0" y="0"/>
            <a:chExt cx="6617551" cy="9483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48007" y="7990856"/>
            <a:ext cx="775211" cy="560765"/>
            <a:chOff x="0" y="0"/>
            <a:chExt cx="1033615" cy="747687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999744" cy="713867"/>
            </a:xfrm>
            <a:custGeom>
              <a:avLst/>
              <a:gdLst/>
              <a:ahLst/>
              <a:cxnLst/>
              <a:rect r="r" b="b" t="t" l="l"/>
              <a:pathLst>
                <a:path h="713867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713867"/>
                  </a:lnTo>
                  <a:lnTo>
                    <a:pt x="0" y="713867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33526" cy="747649"/>
            </a:xfrm>
            <a:custGeom>
              <a:avLst/>
              <a:gdLst/>
              <a:ahLst/>
              <a:cxnLst/>
              <a:rect r="r" b="b" t="t" l="l"/>
              <a:pathLst>
                <a:path h="747649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730758"/>
                  </a:lnTo>
                  <a:cubicBezTo>
                    <a:pt x="1033526" y="740156"/>
                    <a:pt x="1025906" y="747649"/>
                    <a:pt x="1016635" y="747649"/>
                  </a:cubicBezTo>
                  <a:lnTo>
                    <a:pt x="16891" y="747649"/>
                  </a:lnTo>
                  <a:cubicBezTo>
                    <a:pt x="7620" y="747649"/>
                    <a:pt x="0" y="740156"/>
                    <a:pt x="0" y="73075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0758"/>
                  </a:lnTo>
                  <a:lnTo>
                    <a:pt x="16891" y="730758"/>
                  </a:lnTo>
                  <a:lnTo>
                    <a:pt x="16891" y="713867"/>
                  </a:lnTo>
                  <a:lnTo>
                    <a:pt x="1016635" y="713867"/>
                  </a:lnTo>
                  <a:lnTo>
                    <a:pt x="1016635" y="730758"/>
                  </a:lnTo>
                  <a:lnTo>
                    <a:pt x="999744" y="730758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870967" y="7644451"/>
            <a:ext cx="775211" cy="371808"/>
            <a:chOff x="0" y="0"/>
            <a:chExt cx="1033615" cy="4957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999744" cy="461899"/>
            </a:xfrm>
            <a:custGeom>
              <a:avLst/>
              <a:gdLst/>
              <a:ahLst/>
              <a:cxnLst/>
              <a:rect r="r" b="b" t="t" l="l"/>
              <a:pathLst>
                <a:path h="461899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61899"/>
                  </a:lnTo>
                  <a:lnTo>
                    <a:pt x="0" y="46189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33526" cy="495683"/>
            </a:xfrm>
            <a:custGeom>
              <a:avLst/>
              <a:gdLst/>
              <a:ahLst/>
              <a:cxnLst/>
              <a:rect r="r" b="b" t="t" l="l"/>
              <a:pathLst>
                <a:path h="49568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478790"/>
                  </a:lnTo>
                  <a:cubicBezTo>
                    <a:pt x="1033526" y="488188"/>
                    <a:pt x="1025906" y="495681"/>
                    <a:pt x="1016635" y="495681"/>
                  </a:cubicBezTo>
                  <a:lnTo>
                    <a:pt x="16891" y="495681"/>
                  </a:lnTo>
                  <a:cubicBezTo>
                    <a:pt x="7620" y="495808"/>
                    <a:pt x="0" y="488188"/>
                    <a:pt x="0" y="4787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8790"/>
                  </a:lnTo>
                  <a:lnTo>
                    <a:pt x="16891" y="478790"/>
                  </a:lnTo>
                  <a:lnTo>
                    <a:pt x="16891" y="461899"/>
                  </a:lnTo>
                  <a:lnTo>
                    <a:pt x="1016635" y="461899"/>
                  </a:lnTo>
                  <a:lnTo>
                    <a:pt x="1016635" y="478790"/>
                  </a:lnTo>
                  <a:lnTo>
                    <a:pt x="999744" y="478790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2693927" y="7990856"/>
            <a:ext cx="775211" cy="182861"/>
            <a:chOff x="0" y="0"/>
            <a:chExt cx="1033615" cy="24381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999744" cy="209931"/>
            </a:xfrm>
            <a:custGeom>
              <a:avLst/>
              <a:gdLst/>
              <a:ahLst/>
              <a:cxnLst/>
              <a:rect r="r" b="b" t="t" l="l"/>
              <a:pathLst>
                <a:path h="20993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09931"/>
                  </a:lnTo>
                  <a:lnTo>
                    <a:pt x="0" y="20993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33526" cy="243715"/>
            </a:xfrm>
            <a:custGeom>
              <a:avLst/>
              <a:gdLst/>
              <a:ahLst/>
              <a:cxnLst/>
              <a:rect r="r" b="b" t="t" l="l"/>
              <a:pathLst>
                <a:path h="243715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226822"/>
                  </a:lnTo>
                  <a:cubicBezTo>
                    <a:pt x="1033526" y="236220"/>
                    <a:pt x="1025906" y="243713"/>
                    <a:pt x="1016635" y="243713"/>
                  </a:cubicBezTo>
                  <a:lnTo>
                    <a:pt x="16891" y="243713"/>
                  </a:lnTo>
                  <a:cubicBezTo>
                    <a:pt x="7620" y="243840"/>
                    <a:pt x="0" y="236220"/>
                    <a:pt x="0" y="2268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822"/>
                  </a:lnTo>
                  <a:lnTo>
                    <a:pt x="16891" y="226822"/>
                  </a:lnTo>
                  <a:lnTo>
                    <a:pt x="16891" y="209931"/>
                  </a:lnTo>
                  <a:lnTo>
                    <a:pt x="1016635" y="209931"/>
                  </a:lnTo>
                  <a:lnTo>
                    <a:pt x="1016635" y="226822"/>
                  </a:lnTo>
                  <a:lnTo>
                    <a:pt x="999744" y="226822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3516887" y="7927877"/>
            <a:ext cx="775211" cy="88382"/>
            <a:chOff x="0" y="0"/>
            <a:chExt cx="1033615" cy="11784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999744" cy="84074"/>
            </a:xfrm>
            <a:custGeom>
              <a:avLst/>
              <a:gdLst/>
              <a:ahLst/>
              <a:cxnLst/>
              <a:rect r="r" b="b" t="t" l="l"/>
              <a:pathLst>
                <a:path h="84074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4074"/>
                  </a:lnTo>
                  <a:lnTo>
                    <a:pt x="0" y="84074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33526" cy="117856"/>
            </a:xfrm>
            <a:custGeom>
              <a:avLst/>
              <a:gdLst/>
              <a:ahLst/>
              <a:cxnLst/>
              <a:rect r="r" b="b" t="t" l="l"/>
              <a:pathLst>
                <a:path h="117856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100965"/>
                  </a:lnTo>
                  <a:cubicBezTo>
                    <a:pt x="1033526" y="110363"/>
                    <a:pt x="1025906" y="117856"/>
                    <a:pt x="1016635" y="117856"/>
                  </a:cubicBezTo>
                  <a:lnTo>
                    <a:pt x="16891" y="117856"/>
                  </a:lnTo>
                  <a:cubicBezTo>
                    <a:pt x="7620" y="117856"/>
                    <a:pt x="0" y="110236"/>
                    <a:pt x="0" y="10096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965"/>
                  </a:lnTo>
                  <a:lnTo>
                    <a:pt x="16891" y="100965"/>
                  </a:lnTo>
                  <a:lnTo>
                    <a:pt x="16891" y="83947"/>
                  </a:lnTo>
                  <a:lnTo>
                    <a:pt x="1016635" y="83947"/>
                  </a:lnTo>
                  <a:lnTo>
                    <a:pt x="1016635" y="100965"/>
                  </a:lnTo>
                  <a:lnTo>
                    <a:pt x="999744" y="10096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339847" y="7644451"/>
            <a:ext cx="775211" cy="371808"/>
            <a:chOff x="0" y="0"/>
            <a:chExt cx="1033615" cy="49574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999744" cy="461899"/>
            </a:xfrm>
            <a:custGeom>
              <a:avLst/>
              <a:gdLst/>
              <a:ahLst/>
              <a:cxnLst/>
              <a:rect r="r" b="b" t="t" l="l"/>
              <a:pathLst>
                <a:path h="461899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61899"/>
                  </a:lnTo>
                  <a:lnTo>
                    <a:pt x="0" y="46189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33526" cy="495683"/>
            </a:xfrm>
            <a:custGeom>
              <a:avLst/>
              <a:gdLst/>
              <a:ahLst/>
              <a:cxnLst/>
              <a:rect r="r" b="b" t="t" l="l"/>
              <a:pathLst>
                <a:path h="49568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478790"/>
                  </a:lnTo>
                  <a:cubicBezTo>
                    <a:pt x="1033526" y="488188"/>
                    <a:pt x="1025906" y="495681"/>
                    <a:pt x="1016635" y="495681"/>
                  </a:cubicBezTo>
                  <a:lnTo>
                    <a:pt x="16891" y="495681"/>
                  </a:lnTo>
                  <a:cubicBezTo>
                    <a:pt x="7620" y="495808"/>
                    <a:pt x="0" y="488188"/>
                    <a:pt x="0" y="4787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8790"/>
                  </a:lnTo>
                  <a:lnTo>
                    <a:pt x="16891" y="478790"/>
                  </a:lnTo>
                  <a:lnTo>
                    <a:pt x="16891" y="461899"/>
                  </a:lnTo>
                  <a:lnTo>
                    <a:pt x="1016635" y="461899"/>
                  </a:lnTo>
                  <a:lnTo>
                    <a:pt x="1016635" y="478790"/>
                  </a:lnTo>
                  <a:lnTo>
                    <a:pt x="999744" y="478790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5162807" y="7361025"/>
            <a:ext cx="775211" cy="655234"/>
            <a:chOff x="0" y="0"/>
            <a:chExt cx="1033615" cy="87364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877824" y="8979408"/>
            <a:ext cx="5212080" cy="512064"/>
            <a:chOff x="0" y="0"/>
            <a:chExt cx="694944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Rise, setback, stronger recovery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6558277" y="6247381"/>
            <a:ext cx="5628637" cy="3342637"/>
            <a:chOff x="0" y="0"/>
            <a:chExt cx="7504849" cy="445684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6570983" y="6260087"/>
            <a:ext cx="5603243" cy="116843"/>
            <a:chOff x="0" y="0"/>
            <a:chExt cx="7470991" cy="15579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6766560" y="6455664"/>
            <a:ext cx="5212080" cy="585216"/>
            <a:chOff x="0" y="0"/>
            <a:chExt cx="6949440" cy="78028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Oedipus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6900167" y="7990856"/>
            <a:ext cx="4963163" cy="71123"/>
            <a:chOff x="0" y="0"/>
            <a:chExt cx="6617551" cy="9483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6936743" y="7518483"/>
            <a:ext cx="775211" cy="497776"/>
            <a:chOff x="0" y="0"/>
            <a:chExt cx="1033615" cy="66370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999744" cy="629920"/>
            </a:xfrm>
            <a:custGeom>
              <a:avLst/>
              <a:gdLst/>
              <a:ahLst/>
              <a:cxnLst/>
              <a:rect r="r" b="b" t="t" l="l"/>
              <a:pathLst>
                <a:path h="629920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629920"/>
                  </a:lnTo>
                  <a:lnTo>
                    <a:pt x="0" y="629920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33526" cy="663702"/>
            </a:xfrm>
            <a:custGeom>
              <a:avLst/>
              <a:gdLst/>
              <a:ahLst/>
              <a:cxnLst/>
              <a:rect r="r" b="b" t="t" l="l"/>
              <a:pathLst>
                <a:path h="663702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646811"/>
                  </a:lnTo>
                  <a:cubicBezTo>
                    <a:pt x="1033526" y="656209"/>
                    <a:pt x="1025906" y="663702"/>
                    <a:pt x="1016635" y="663702"/>
                  </a:cubicBezTo>
                  <a:lnTo>
                    <a:pt x="16891" y="663702"/>
                  </a:lnTo>
                  <a:cubicBezTo>
                    <a:pt x="7620" y="663702"/>
                    <a:pt x="0" y="656082"/>
                    <a:pt x="0" y="64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6811"/>
                  </a:lnTo>
                  <a:lnTo>
                    <a:pt x="16891" y="646811"/>
                  </a:lnTo>
                  <a:lnTo>
                    <a:pt x="16891" y="629793"/>
                  </a:lnTo>
                  <a:lnTo>
                    <a:pt x="1016635" y="629793"/>
                  </a:lnTo>
                  <a:lnTo>
                    <a:pt x="1016635" y="646684"/>
                  </a:lnTo>
                  <a:lnTo>
                    <a:pt x="999744" y="646684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7759703" y="7990856"/>
            <a:ext cx="775211" cy="371808"/>
            <a:chOff x="0" y="0"/>
            <a:chExt cx="1033615" cy="49574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999744" cy="461899"/>
            </a:xfrm>
            <a:custGeom>
              <a:avLst/>
              <a:gdLst/>
              <a:ahLst/>
              <a:cxnLst/>
              <a:rect r="r" b="b" t="t" l="l"/>
              <a:pathLst>
                <a:path h="461899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61899"/>
                  </a:lnTo>
                  <a:lnTo>
                    <a:pt x="0" y="46189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33526" cy="495683"/>
            </a:xfrm>
            <a:custGeom>
              <a:avLst/>
              <a:gdLst/>
              <a:ahLst/>
              <a:cxnLst/>
              <a:rect r="r" b="b" t="t" l="l"/>
              <a:pathLst>
                <a:path h="49568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478790"/>
                  </a:lnTo>
                  <a:cubicBezTo>
                    <a:pt x="1033526" y="488188"/>
                    <a:pt x="1025906" y="495681"/>
                    <a:pt x="1016635" y="495681"/>
                  </a:cubicBezTo>
                  <a:lnTo>
                    <a:pt x="16891" y="495681"/>
                  </a:lnTo>
                  <a:cubicBezTo>
                    <a:pt x="7620" y="495808"/>
                    <a:pt x="0" y="488188"/>
                    <a:pt x="0" y="4787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8790"/>
                  </a:lnTo>
                  <a:lnTo>
                    <a:pt x="16891" y="478790"/>
                  </a:lnTo>
                  <a:lnTo>
                    <a:pt x="16891" y="461899"/>
                  </a:lnTo>
                  <a:lnTo>
                    <a:pt x="1016635" y="461899"/>
                  </a:lnTo>
                  <a:lnTo>
                    <a:pt x="1016635" y="478790"/>
                  </a:lnTo>
                  <a:lnTo>
                    <a:pt x="999744" y="478790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582663" y="7770419"/>
            <a:ext cx="775211" cy="245840"/>
            <a:chOff x="0" y="0"/>
            <a:chExt cx="1033615" cy="32778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999744" cy="294005"/>
            </a:xfrm>
            <a:custGeom>
              <a:avLst/>
              <a:gdLst/>
              <a:ahLst/>
              <a:cxnLst/>
              <a:rect r="r" b="b" t="t" l="l"/>
              <a:pathLst>
                <a:path h="294005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94005"/>
                  </a:lnTo>
                  <a:lnTo>
                    <a:pt x="0" y="294005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33526" cy="327787"/>
            </a:xfrm>
            <a:custGeom>
              <a:avLst/>
              <a:gdLst/>
              <a:ahLst/>
              <a:cxnLst/>
              <a:rect r="r" b="b" t="t" l="l"/>
              <a:pathLst>
                <a:path h="327787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310896"/>
                  </a:lnTo>
                  <a:cubicBezTo>
                    <a:pt x="1033526" y="320294"/>
                    <a:pt x="1025906" y="327787"/>
                    <a:pt x="1016635" y="327787"/>
                  </a:cubicBezTo>
                  <a:lnTo>
                    <a:pt x="16891" y="327787"/>
                  </a:lnTo>
                  <a:cubicBezTo>
                    <a:pt x="7620" y="327787"/>
                    <a:pt x="0" y="320167"/>
                    <a:pt x="0" y="310896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0896"/>
                  </a:lnTo>
                  <a:lnTo>
                    <a:pt x="16891" y="310896"/>
                  </a:lnTo>
                  <a:lnTo>
                    <a:pt x="16891" y="293878"/>
                  </a:lnTo>
                  <a:lnTo>
                    <a:pt x="1016635" y="293878"/>
                  </a:lnTo>
                  <a:lnTo>
                    <a:pt x="1016635" y="310769"/>
                  </a:lnTo>
                  <a:lnTo>
                    <a:pt x="999744" y="310769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405623" y="7927877"/>
            <a:ext cx="775211" cy="88382"/>
            <a:chOff x="0" y="0"/>
            <a:chExt cx="1033615" cy="11784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999744" cy="84074"/>
            </a:xfrm>
            <a:custGeom>
              <a:avLst/>
              <a:gdLst/>
              <a:ahLst/>
              <a:cxnLst/>
              <a:rect r="r" b="b" t="t" l="l"/>
              <a:pathLst>
                <a:path h="84074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4074"/>
                  </a:lnTo>
                  <a:lnTo>
                    <a:pt x="0" y="84074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033526" cy="117856"/>
            </a:xfrm>
            <a:custGeom>
              <a:avLst/>
              <a:gdLst/>
              <a:ahLst/>
              <a:cxnLst/>
              <a:rect r="r" b="b" t="t" l="l"/>
              <a:pathLst>
                <a:path h="117856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100965"/>
                  </a:lnTo>
                  <a:cubicBezTo>
                    <a:pt x="1033526" y="110363"/>
                    <a:pt x="1025906" y="117856"/>
                    <a:pt x="1016635" y="117856"/>
                  </a:cubicBezTo>
                  <a:lnTo>
                    <a:pt x="16891" y="117856"/>
                  </a:lnTo>
                  <a:cubicBezTo>
                    <a:pt x="7620" y="117856"/>
                    <a:pt x="0" y="110236"/>
                    <a:pt x="0" y="10096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965"/>
                  </a:lnTo>
                  <a:lnTo>
                    <a:pt x="16891" y="100965"/>
                  </a:lnTo>
                  <a:lnTo>
                    <a:pt x="16891" y="83947"/>
                  </a:lnTo>
                  <a:lnTo>
                    <a:pt x="1016635" y="83947"/>
                  </a:lnTo>
                  <a:lnTo>
                    <a:pt x="1016635" y="100965"/>
                  </a:lnTo>
                  <a:lnTo>
                    <a:pt x="999744" y="10096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0228583" y="7990856"/>
            <a:ext cx="775211" cy="308829"/>
            <a:chOff x="0" y="0"/>
            <a:chExt cx="1033615" cy="41177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999744" cy="377952"/>
            </a:xfrm>
            <a:custGeom>
              <a:avLst/>
              <a:gdLst/>
              <a:ahLst/>
              <a:cxnLst/>
              <a:rect r="r" b="b" t="t" l="l"/>
              <a:pathLst>
                <a:path h="377952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377952"/>
                  </a:lnTo>
                  <a:lnTo>
                    <a:pt x="0" y="377952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033526" cy="411734"/>
            </a:xfrm>
            <a:custGeom>
              <a:avLst/>
              <a:gdLst/>
              <a:ahLst/>
              <a:cxnLst/>
              <a:rect r="r" b="b" t="t" l="l"/>
              <a:pathLst>
                <a:path h="411734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394843"/>
                  </a:lnTo>
                  <a:cubicBezTo>
                    <a:pt x="1033526" y="404241"/>
                    <a:pt x="1025906" y="411734"/>
                    <a:pt x="1016635" y="411734"/>
                  </a:cubicBezTo>
                  <a:lnTo>
                    <a:pt x="16891" y="411734"/>
                  </a:lnTo>
                  <a:cubicBezTo>
                    <a:pt x="7620" y="411734"/>
                    <a:pt x="0" y="404241"/>
                    <a:pt x="0" y="394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4843"/>
                  </a:lnTo>
                  <a:lnTo>
                    <a:pt x="16891" y="394843"/>
                  </a:lnTo>
                  <a:lnTo>
                    <a:pt x="16891" y="377952"/>
                  </a:lnTo>
                  <a:lnTo>
                    <a:pt x="1016635" y="377952"/>
                  </a:lnTo>
                  <a:lnTo>
                    <a:pt x="1016635" y="394843"/>
                  </a:lnTo>
                  <a:lnTo>
                    <a:pt x="999744" y="394843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051543" y="7990856"/>
            <a:ext cx="775211" cy="655234"/>
            <a:chOff x="0" y="0"/>
            <a:chExt cx="1033615" cy="87364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999744" cy="839851"/>
            </a:xfrm>
            <a:custGeom>
              <a:avLst/>
              <a:gdLst/>
              <a:ahLst/>
              <a:cxnLst/>
              <a:rect r="r" b="b" t="t" l="l"/>
              <a:pathLst>
                <a:path h="839851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839851"/>
                  </a:lnTo>
                  <a:lnTo>
                    <a:pt x="0" y="839851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33526" cy="873633"/>
            </a:xfrm>
            <a:custGeom>
              <a:avLst/>
              <a:gdLst/>
              <a:ahLst/>
              <a:cxnLst/>
              <a:rect r="r" b="b" t="t" l="l"/>
              <a:pathLst>
                <a:path h="873633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56742"/>
                  </a:lnTo>
                  <a:cubicBezTo>
                    <a:pt x="1033526" y="866140"/>
                    <a:pt x="1025906" y="873633"/>
                    <a:pt x="1016635" y="873633"/>
                  </a:cubicBezTo>
                  <a:lnTo>
                    <a:pt x="16891" y="873633"/>
                  </a:lnTo>
                  <a:cubicBezTo>
                    <a:pt x="7620" y="873633"/>
                    <a:pt x="0" y="866013"/>
                    <a:pt x="0" y="85674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6742"/>
                  </a:lnTo>
                  <a:lnTo>
                    <a:pt x="16891" y="856742"/>
                  </a:lnTo>
                  <a:lnTo>
                    <a:pt x="16891" y="839724"/>
                  </a:lnTo>
                  <a:lnTo>
                    <a:pt x="1016635" y="839724"/>
                  </a:lnTo>
                  <a:lnTo>
                    <a:pt x="1016635" y="856615"/>
                  </a:lnTo>
                  <a:lnTo>
                    <a:pt x="999744" y="85661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6766560" y="8979408"/>
            <a:ext cx="5212080" cy="512064"/>
            <a:chOff x="0" y="0"/>
            <a:chExt cx="6949440" cy="68275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Fall, recovery, final decline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447013" y="6247381"/>
            <a:ext cx="5628637" cy="3342637"/>
            <a:chOff x="0" y="0"/>
            <a:chExt cx="7504849" cy="4456849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33782" y="33909"/>
              <a:ext cx="7437247" cy="4389120"/>
            </a:xfrm>
            <a:custGeom>
              <a:avLst/>
              <a:gdLst/>
              <a:ahLst/>
              <a:cxnLst/>
              <a:rect r="r" b="b" t="t" l="l"/>
              <a:pathLst>
                <a:path h="4389120" w="7437247">
                  <a:moveTo>
                    <a:pt x="127" y="292608"/>
                  </a:moveTo>
                  <a:cubicBezTo>
                    <a:pt x="127" y="130937"/>
                    <a:pt x="131953" y="0"/>
                    <a:pt x="294640" y="0"/>
                  </a:cubicBezTo>
                  <a:lnTo>
                    <a:pt x="7142734" y="0"/>
                  </a:lnTo>
                  <a:cubicBezTo>
                    <a:pt x="7305421" y="0"/>
                    <a:pt x="7437247" y="131064"/>
                    <a:pt x="7437247" y="292608"/>
                  </a:cubicBezTo>
                  <a:lnTo>
                    <a:pt x="7437247" y="4096512"/>
                  </a:lnTo>
                  <a:cubicBezTo>
                    <a:pt x="7437247" y="4258183"/>
                    <a:pt x="7305421" y="4389120"/>
                    <a:pt x="7142734" y="4389120"/>
                  </a:cubicBezTo>
                  <a:lnTo>
                    <a:pt x="294513" y="4389120"/>
                  </a:lnTo>
                  <a:cubicBezTo>
                    <a:pt x="131826" y="4389120"/>
                    <a:pt x="0" y="4258056"/>
                    <a:pt x="0" y="4096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7504811" cy="4456938"/>
            </a:xfrm>
            <a:custGeom>
              <a:avLst/>
              <a:gdLst/>
              <a:ahLst/>
              <a:cxnLst/>
              <a:rect r="r" b="b" t="t" l="l"/>
              <a:pathLst>
                <a:path h="4456938" w="7504811">
                  <a:moveTo>
                    <a:pt x="0" y="326517"/>
                  </a:moveTo>
                  <a:cubicBezTo>
                    <a:pt x="0" y="145923"/>
                    <a:pt x="147193" y="0"/>
                    <a:pt x="328295" y="0"/>
                  </a:cubicBezTo>
                  <a:lnTo>
                    <a:pt x="7176516" y="0"/>
                  </a:lnTo>
                  <a:lnTo>
                    <a:pt x="7176516" y="33909"/>
                  </a:lnTo>
                  <a:lnTo>
                    <a:pt x="7176516" y="0"/>
                  </a:lnTo>
                  <a:cubicBezTo>
                    <a:pt x="7357618" y="0"/>
                    <a:pt x="7504811" y="145923"/>
                    <a:pt x="7504811" y="326517"/>
                  </a:cubicBezTo>
                  <a:lnTo>
                    <a:pt x="7470902" y="326517"/>
                  </a:lnTo>
                  <a:lnTo>
                    <a:pt x="7504811" y="326517"/>
                  </a:lnTo>
                  <a:lnTo>
                    <a:pt x="7504811" y="4130421"/>
                  </a:lnTo>
                  <a:lnTo>
                    <a:pt x="7470902" y="4130421"/>
                  </a:lnTo>
                  <a:lnTo>
                    <a:pt x="7504811" y="4130421"/>
                  </a:lnTo>
                  <a:cubicBezTo>
                    <a:pt x="7504811" y="4310888"/>
                    <a:pt x="7357618" y="4456938"/>
                    <a:pt x="7176516" y="4456938"/>
                  </a:cubicBezTo>
                  <a:lnTo>
                    <a:pt x="7176516" y="4423029"/>
                  </a:lnTo>
                  <a:lnTo>
                    <a:pt x="7176516" y="4456938"/>
                  </a:lnTo>
                  <a:lnTo>
                    <a:pt x="328295" y="4456938"/>
                  </a:lnTo>
                  <a:lnTo>
                    <a:pt x="328295" y="4423029"/>
                  </a:lnTo>
                  <a:lnTo>
                    <a:pt x="328295" y="4456938"/>
                  </a:lnTo>
                  <a:cubicBezTo>
                    <a:pt x="147193" y="4456811"/>
                    <a:pt x="0" y="4310888"/>
                    <a:pt x="0" y="413042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4130421"/>
                  </a:lnTo>
                  <a:lnTo>
                    <a:pt x="33909" y="4130421"/>
                  </a:lnTo>
                  <a:lnTo>
                    <a:pt x="67691" y="4130421"/>
                  </a:lnTo>
                  <a:cubicBezTo>
                    <a:pt x="67691" y="4273169"/>
                    <a:pt x="184150" y="4389120"/>
                    <a:pt x="328295" y="4389120"/>
                  </a:cubicBezTo>
                  <a:lnTo>
                    <a:pt x="7176516" y="4389120"/>
                  </a:lnTo>
                  <a:cubicBezTo>
                    <a:pt x="7320661" y="4389120"/>
                    <a:pt x="7437120" y="4273042"/>
                    <a:pt x="7437120" y="4130421"/>
                  </a:cubicBezTo>
                  <a:lnTo>
                    <a:pt x="7437120" y="326517"/>
                  </a:lnTo>
                  <a:cubicBezTo>
                    <a:pt x="7437120" y="183769"/>
                    <a:pt x="7320661" y="67818"/>
                    <a:pt x="7176516" y="67818"/>
                  </a:cubicBezTo>
                  <a:lnTo>
                    <a:pt x="328295" y="67818"/>
                  </a:lnTo>
                  <a:lnTo>
                    <a:pt x="328295" y="33909"/>
                  </a:lnTo>
                  <a:lnTo>
                    <a:pt x="328295" y="67691"/>
                  </a:lnTo>
                  <a:cubicBezTo>
                    <a:pt x="184150" y="67691"/>
                    <a:pt x="67691" y="183769"/>
                    <a:pt x="67691" y="326517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459719" y="6260087"/>
            <a:ext cx="5603243" cy="116843"/>
            <a:chOff x="0" y="0"/>
            <a:chExt cx="7470991" cy="15579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7437120" cy="121920"/>
            </a:xfrm>
            <a:custGeom>
              <a:avLst/>
              <a:gdLst/>
              <a:ahLst/>
              <a:cxnLst/>
              <a:rect r="r" b="b" t="t" l="l"/>
              <a:pathLst>
                <a:path h="1219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470901" cy="155704"/>
            </a:xfrm>
            <a:custGeom>
              <a:avLst/>
              <a:gdLst/>
              <a:ahLst/>
              <a:cxnLst/>
              <a:rect r="r" b="b" t="t" l="l"/>
              <a:pathLst>
                <a:path h="155704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38811"/>
                  </a:lnTo>
                  <a:cubicBezTo>
                    <a:pt x="7470901" y="148209"/>
                    <a:pt x="7463282" y="155702"/>
                    <a:pt x="745401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454011" y="121920"/>
                  </a:lnTo>
                  <a:lnTo>
                    <a:pt x="7454011" y="138811"/>
                  </a:lnTo>
                  <a:lnTo>
                    <a:pt x="7437120" y="13881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2655296" y="6455664"/>
            <a:ext cx="5212080" cy="585216"/>
            <a:chOff x="0" y="0"/>
            <a:chExt cx="6949440" cy="78028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6949440" cy="780288"/>
            </a:xfrm>
            <a:custGeom>
              <a:avLst/>
              <a:gdLst/>
              <a:ahLst/>
              <a:cxnLst/>
              <a:rect r="r" b="b" t="t" l="l"/>
              <a:pathLst>
                <a:path h="7802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38" r="0" b="-123538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6949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 in a Hole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788903" y="7990856"/>
            <a:ext cx="4963163" cy="71123"/>
            <a:chOff x="0" y="0"/>
            <a:chExt cx="6617551" cy="9483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6583681" cy="60960"/>
            </a:xfrm>
            <a:custGeom>
              <a:avLst/>
              <a:gdLst/>
              <a:ahLst/>
              <a:cxnLst/>
              <a:rect r="r" b="b" t="t" l="l"/>
              <a:pathLst>
                <a:path h="6096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6617462" cy="94744"/>
            </a:xfrm>
            <a:custGeom>
              <a:avLst/>
              <a:gdLst/>
              <a:ahLst/>
              <a:cxnLst/>
              <a:rect r="r" b="b" t="t" l="l"/>
              <a:pathLst>
                <a:path h="9474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77851"/>
                  </a:lnTo>
                  <a:cubicBezTo>
                    <a:pt x="6617462" y="87249"/>
                    <a:pt x="6609842" y="94742"/>
                    <a:pt x="6600572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6600572" y="60960"/>
                  </a:lnTo>
                  <a:lnTo>
                    <a:pt x="6600572" y="77851"/>
                  </a:lnTo>
                  <a:lnTo>
                    <a:pt x="6583680" y="7785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2825479" y="7801908"/>
            <a:ext cx="775211" cy="214351"/>
            <a:chOff x="0" y="0"/>
            <a:chExt cx="1033615" cy="28580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999744" cy="251968"/>
            </a:xfrm>
            <a:custGeom>
              <a:avLst/>
              <a:gdLst/>
              <a:ahLst/>
              <a:cxnLst/>
              <a:rect r="r" b="b" t="t" l="l"/>
              <a:pathLst>
                <a:path h="25196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251968"/>
                  </a:lnTo>
                  <a:lnTo>
                    <a:pt x="0" y="251968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033526" cy="285750"/>
            </a:xfrm>
            <a:custGeom>
              <a:avLst/>
              <a:gdLst/>
              <a:ahLst/>
              <a:cxnLst/>
              <a:rect r="r" b="b" t="t" l="l"/>
              <a:pathLst>
                <a:path h="285750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268859"/>
                  </a:lnTo>
                  <a:cubicBezTo>
                    <a:pt x="1033526" y="278257"/>
                    <a:pt x="1025906" y="285750"/>
                    <a:pt x="1016635" y="285750"/>
                  </a:cubicBezTo>
                  <a:lnTo>
                    <a:pt x="16891" y="285750"/>
                  </a:lnTo>
                  <a:cubicBezTo>
                    <a:pt x="7620" y="285750"/>
                    <a:pt x="0" y="278257"/>
                    <a:pt x="0" y="268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8859"/>
                  </a:lnTo>
                  <a:lnTo>
                    <a:pt x="16891" y="268859"/>
                  </a:lnTo>
                  <a:lnTo>
                    <a:pt x="16891" y="251968"/>
                  </a:lnTo>
                  <a:lnTo>
                    <a:pt x="1016635" y="251968"/>
                  </a:lnTo>
                  <a:lnTo>
                    <a:pt x="1016635" y="268859"/>
                  </a:lnTo>
                  <a:lnTo>
                    <a:pt x="999744" y="268859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648439" y="7990856"/>
            <a:ext cx="775211" cy="560765"/>
            <a:chOff x="0" y="0"/>
            <a:chExt cx="1033615" cy="74768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999744" cy="713867"/>
            </a:xfrm>
            <a:custGeom>
              <a:avLst/>
              <a:gdLst/>
              <a:ahLst/>
              <a:cxnLst/>
              <a:rect r="r" b="b" t="t" l="l"/>
              <a:pathLst>
                <a:path h="713867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713867"/>
                  </a:lnTo>
                  <a:lnTo>
                    <a:pt x="0" y="713867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33526" cy="747649"/>
            </a:xfrm>
            <a:custGeom>
              <a:avLst/>
              <a:gdLst/>
              <a:ahLst/>
              <a:cxnLst/>
              <a:rect r="r" b="b" t="t" l="l"/>
              <a:pathLst>
                <a:path h="747649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730758"/>
                  </a:lnTo>
                  <a:cubicBezTo>
                    <a:pt x="1033526" y="740156"/>
                    <a:pt x="1025906" y="747649"/>
                    <a:pt x="1016635" y="747649"/>
                  </a:cubicBezTo>
                  <a:lnTo>
                    <a:pt x="16891" y="747649"/>
                  </a:lnTo>
                  <a:cubicBezTo>
                    <a:pt x="7620" y="747649"/>
                    <a:pt x="0" y="740156"/>
                    <a:pt x="0" y="73075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0758"/>
                  </a:lnTo>
                  <a:lnTo>
                    <a:pt x="16891" y="730758"/>
                  </a:lnTo>
                  <a:lnTo>
                    <a:pt x="16891" y="713867"/>
                  </a:lnTo>
                  <a:lnTo>
                    <a:pt x="1016635" y="713867"/>
                  </a:lnTo>
                  <a:lnTo>
                    <a:pt x="1016635" y="730758"/>
                  </a:lnTo>
                  <a:lnTo>
                    <a:pt x="999744" y="730758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4471399" y="7990856"/>
            <a:ext cx="775211" cy="340319"/>
            <a:chOff x="0" y="0"/>
            <a:chExt cx="1033615" cy="45375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999744" cy="419989"/>
            </a:xfrm>
            <a:custGeom>
              <a:avLst/>
              <a:gdLst/>
              <a:ahLst/>
              <a:cxnLst/>
              <a:rect r="r" b="b" t="t" l="l"/>
              <a:pathLst>
                <a:path h="419989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19989"/>
                  </a:lnTo>
                  <a:lnTo>
                    <a:pt x="0" y="41998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033526" cy="453771"/>
            </a:xfrm>
            <a:custGeom>
              <a:avLst/>
              <a:gdLst/>
              <a:ahLst/>
              <a:cxnLst/>
              <a:rect r="r" b="b" t="t" l="l"/>
              <a:pathLst>
                <a:path h="453771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436880"/>
                  </a:lnTo>
                  <a:cubicBezTo>
                    <a:pt x="1033526" y="446278"/>
                    <a:pt x="1025906" y="453771"/>
                    <a:pt x="1016635" y="453771"/>
                  </a:cubicBezTo>
                  <a:lnTo>
                    <a:pt x="16891" y="453771"/>
                  </a:lnTo>
                  <a:cubicBezTo>
                    <a:pt x="7620" y="453771"/>
                    <a:pt x="0" y="446151"/>
                    <a:pt x="0" y="43688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36880"/>
                  </a:lnTo>
                  <a:lnTo>
                    <a:pt x="16891" y="436880"/>
                  </a:lnTo>
                  <a:lnTo>
                    <a:pt x="16891" y="419862"/>
                  </a:lnTo>
                  <a:lnTo>
                    <a:pt x="1016635" y="419862"/>
                  </a:lnTo>
                  <a:lnTo>
                    <a:pt x="1016635" y="436880"/>
                  </a:lnTo>
                  <a:lnTo>
                    <a:pt x="999744" y="436880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>
                <a:alpha val="51765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5294359" y="7959366"/>
            <a:ext cx="775211" cy="56893"/>
            <a:chOff x="0" y="0"/>
            <a:chExt cx="1033615" cy="7585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999744" cy="42037"/>
            </a:xfrm>
            <a:custGeom>
              <a:avLst/>
              <a:gdLst/>
              <a:ahLst/>
              <a:cxnLst/>
              <a:rect r="r" b="b" t="t" l="l"/>
              <a:pathLst>
                <a:path h="42037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2037"/>
                  </a:lnTo>
                  <a:lnTo>
                    <a:pt x="0" y="42037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033526" cy="75819"/>
            </a:xfrm>
            <a:custGeom>
              <a:avLst/>
              <a:gdLst/>
              <a:ahLst/>
              <a:cxnLst/>
              <a:rect r="r" b="b" t="t" l="l"/>
              <a:pathLst>
                <a:path h="75819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8928"/>
                  </a:lnTo>
                  <a:cubicBezTo>
                    <a:pt x="1033526" y="68326"/>
                    <a:pt x="1025906" y="75819"/>
                    <a:pt x="1016635" y="75819"/>
                  </a:cubicBezTo>
                  <a:lnTo>
                    <a:pt x="16891" y="75819"/>
                  </a:lnTo>
                  <a:cubicBezTo>
                    <a:pt x="7620" y="75819"/>
                    <a:pt x="0" y="68326"/>
                    <a:pt x="0" y="5892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928"/>
                  </a:lnTo>
                  <a:lnTo>
                    <a:pt x="16891" y="58928"/>
                  </a:lnTo>
                  <a:lnTo>
                    <a:pt x="16891" y="42037"/>
                  </a:lnTo>
                  <a:lnTo>
                    <a:pt x="1016635" y="42037"/>
                  </a:lnTo>
                  <a:lnTo>
                    <a:pt x="1016635" y="58928"/>
                  </a:lnTo>
                  <a:lnTo>
                    <a:pt x="999744" y="58928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6117319" y="7625553"/>
            <a:ext cx="775211" cy="390706"/>
            <a:chOff x="0" y="0"/>
            <a:chExt cx="1033615" cy="520941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16891" y="16891"/>
              <a:ext cx="999744" cy="487172"/>
            </a:xfrm>
            <a:custGeom>
              <a:avLst/>
              <a:gdLst/>
              <a:ahLst/>
              <a:cxnLst/>
              <a:rect r="r" b="b" t="t" l="l"/>
              <a:pathLst>
                <a:path h="487172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487172"/>
                  </a:lnTo>
                  <a:lnTo>
                    <a:pt x="0" y="487172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1033526" cy="520954"/>
            </a:xfrm>
            <a:custGeom>
              <a:avLst/>
              <a:gdLst/>
              <a:ahLst/>
              <a:cxnLst/>
              <a:rect r="r" b="b" t="t" l="l"/>
              <a:pathLst>
                <a:path h="520954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504063"/>
                  </a:lnTo>
                  <a:cubicBezTo>
                    <a:pt x="1033526" y="513461"/>
                    <a:pt x="1025906" y="520954"/>
                    <a:pt x="1016635" y="520954"/>
                  </a:cubicBezTo>
                  <a:lnTo>
                    <a:pt x="16891" y="520954"/>
                  </a:lnTo>
                  <a:cubicBezTo>
                    <a:pt x="7620" y="520954"/>
                    <a:pt x="0" y="513334"/>
                    <a:pt x="0" y="5040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063"/>
                  </a:lnTo>
                  <a:lnTo>
                    <a:pt x="16891" y="504063"/>
                  </a:lnTo>
                  <a:lnTo>
                    <a:pt x="16891" y="487045"/>
                  </a:lnTo>
                  <a:lnTo>
                    <a:pt x="1016635" y="487045"/>
                  </a:lnTo>
                  <a:lnTo>
                    <a:pt x="1016635" y="503936"/>
                  </a:lnTo>
                  <a:lnTo>
                    <a:pt x="999744" y="503936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6940279" y="7392514"/>
            <a:ext cx="775211" cy="623745"/>
            <a:chOff x="0" y="0"/>
            <a:chExt cx="1033615" cy="83166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999744" cy="797814"/>
            </a:xfrm>
            <a:custGeom>
              <a:avLst/>
              <a:gdLst/>
              <a:ahLst/>
              <a:cxnLst/>
              <a:rect r="r" b="b" t="t" l="l"/>
              <a:pathLst>
                <a:path h="797814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797814"/>
                  </a:lnTo>
                  <a:lnTo>
                    <a:pt x="0" y="797814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033526" cy="831598"/>
            </a:xfrm>
            <a:custGeom>
              <a:avLst/>
              <a:gdLst/>
              <a:ahLst/>
              <a:cxnLst/>
              <a:rect r="r" b="b" t="t" l="l"/>
              <a:pathLst>
                <a:path h="831598" w="1033526">
                  <a:moveTo>
                    <a:pt x="16891" y="0"/>
                  </a:moveTo>
                  <a:lnTo>
                    <a:pt x="1016635" y="0"/>
                  </a:lnTo>
                  <a:cubicBezTo>
                    <a:pt x="1026033" y="0"/>
                    <a:pt x="1033526" y="7620"/>
                    <a:pt x="1033526" y="16891"/>
                  </a:cubicBezTo>
                  <a:lnTo>
                    <a:pt x="1033526" y="814705"/>
                  </a:lnTo>
                  <a:cubicBezTo>
                    <a:pt x="1033526" y="824103"/>
                    <a:pt x="1025906" y="831596"/>
                    <a:pt x="1016635" y="831596"/>
                  </a:cubicBezTo>
                  <a:lnTo>
                    <a:pt x="16891" y="831596"/>
                  </a:lnTo>
                  <a:cubicBezTo>
                    <a:pt x="7620" y="831723"/>
                    <a:pt x="0" y="824103"/>
                    <a:pt x="0" y="81470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14705"/>
                  </a:lnTo>
                  <a:lnTo>
                    <a:pt x="16891" y="814705"/>
                  </a:lnTo>
                  <a:lnTo>
                    <a:pt x="16891" y="797814"/>
                  </a:lnTo>
                  <a:lnTo>
                    <a:pt x="1016635" y="797814"/>
                  </a:lnTo>
                  <a:lnTo>
                    <a:pt x="1016635" y="814705"/>
                  </a:lnTo>
                  <a:lnTo>
                    <a:pt x="999744" y="814705"/>
                  </a:lnTo>
                  <a:lnTo>
                    <a:pt x="999744" y="16891"/>
                  </a:lnTo>
                  <a:lnTo>
                    <a:pt x="1016635" y="16891"/>
                  </a:lnTo>
                  <a:lnTo>
                    <a:pt x="1016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A5E9">
                <a:alpha val="51765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2655296" y="8979408"/>
            <a:ext cx="5212080" cy="512064"/>
            <a:chOff x="0" y="0"/>
            <a:chExt cx="6949440" cy="68275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6949440" cy="682752"/>
            </a:xfrm>
            <a:custGeom>
              <a:avLst/>
              <a:gdLst/>
              <a:ahLst/>
              <a:cxnLst/>
              <a:rect r="r" b="b" t="t" l="l"/>
              <a:pathLst>
                <a:path h="6827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29" r="0" b="-148329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694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Drop then recovery — Frankenstein (0.87)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Results — Frankenstein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541" y="2132581"/>
            <a:ext cx="4110733" cy="1879597"/>
            <a:chOff x="0" y="0"/>
            <a:chExt cx="5480977" cy="2506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909" y="33909"/>
              <a:ext cx="5413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3248">
                  <a:moveTo>
                    <a:pt x="0" y="243840"/>
                  </a:moveTo>
                  <a:cubicBezTo>
                    <a:pt x="0" y="109220"/>
                    <a:pt x="110871" y="0"/>
                    <a:pt x="247523" y="0"/>
                  </a:cubicBezTo>
                  <a:lnTo>
                    <a:pt x="5165725" y="0"/>
                  </a:lnTo>
                  <a:cubicBezTo>
                    <a:pt x="5302377" y="0"/>
                    <a:pt x="5413248" y="109220"/>
                    <a:pt x="5413248" y="243840"/>
                  </a:cubicBezTo>
                  <a:lnTo>
                    <a:pt x="5413248" y="2194560"/>
                  </a:lnTo>
                  <a:cubicBezTo>
                    <a:pt x="5413248" y="2329180"/>
                    <a:pt x="5302377" y="2438400"/>
                    <a:pt x="5165725" y="2438400"/>
                  </a:cubicBezTo>
                  <a:lnTo>
                    <a:pt x="247523" y="2438400"/>
                  </a:lnTo>
                  <a:cubicBezTo>
                    <a:pt x="110871" y="2438400"/>
                    <a:pt x="0" y="2329180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1066" cy="2506218"/>
            </a:xfrm>
            <a:custGeom>
              <a:avLst/>
              <a:gdLst/>
              <a:ahLst/>
              <a:cxnLst/>
              <a:rect r="r" b="b" t="t" l="l"/>
              <a:pathLst>
                <a:path h="2506218" w="5481066">
                  <a:moveTo>
                    <a:pt x="0" y="277749"/>
                  </a:moveTo>
                  <a:cubicBezTo>
                    <a:pt x="0" y="123825"/>
                    <a:pt x="126492" y="0"/>
                    <a:pt x="281432" y="0"/>
                  </a:cubicBezTo>
                  <a:lnTo>
                    <a:pt x="5199634" y="0"/>
                  </a:lnTo>
                  <a:lnTo>
                    <a:pt x="5199634" y="33909"/>
                  </a:lnTo>
                  <a:lnTo>
                    <a:pt x="5199634" y="0"/>
                  </a:lnTo>
                  <a:cubicBezTo>
                    <a:pt x="5354574" y="0"/>
                    <a:pt x="5481066" y="123825"/>
                    <a:pt x="5481066" y="277749"/>
                  </a:cubicBezTo>
                  <a:lnTo>
                    <a:pt x="5447157" y="277749"/>
                  </a:lnTo>
                  <a:lnTo>
                    <a:pt x="5481066" y="277749"/>
                  </a:lnTo>
                  <a:lnTo>
                    <a:pt x="5481066" y="2228469"/>
                  </a:lnTo>
                  <a:lnTo>
                    <a:pt x="5447157" y="2228469"/>
                  </a:lnTo>
                  <a:lnTo>
                    <a:pt x="5481066" y="2228469"/>
                  </a:lnTo>
                  <a:cubicBezTo>
                    <a:pt x="5481066" y="2382266"/>
                    <a:pt x="5354574" y="2506218"/>
                    <a:pt x="5199634" y="2506218"/>
                  </a:cubicBezTo>
                  <a:lnTo>
                    <a:pt x="5199634" y="2472309"/>
                  </a:lnTo>
                  <a:lnTo>
                    <a:pt x="5199634" y="2506218"/>
                  </a:lnTo>
                  <a:lnTo>
                    <a:pt x="281432" y="2506218"/>
                  </a:lnTo>
                  <a:lnTo>
                    <a:pt x="281432" y="2472309"/>
                  </a:lnTo>
                  <a:lnTo>
                    <a:pt x="281432" y="2506218"/>
                  </a:lnTo>
                  <a:cubicBezTo>
                    <a:pt x="126492" y="2506091"/>
                    <a:pt x="0" y="2382266"/>
                    <a:pt x="0" y="2228469"/>
                  </a:cubicBezTo>
                  <a:lnTo>
                    <a:pt x="0" y="277749"/>
                  </a:lnTo>
                  <a:lnTo>
                    <a:pt x="33909" y="277749"/>
                  </a:lnTo>
                  <a:lnTo>
                    <a:pt x="0" y="277749"/>
                  </a:lnTo>
                  <a:moveTo>
                    <a:pt x="67691" y="277749"/>
                  </a:moveTo>
                  <a:lnTo>
                    <a:pt x="67691" y="2228469"/>
                  </a:lnTo>
                  <a:lnTo>
                    <a:pt x="33909" y="2228469"/>
                  </a:lnTo>
                  <a:lnTo>
                    <a:pt x="67691" y="2228469"/>
                  </a:lnTo>
                  <a:cubicBezTo>
                    <a:pt x="67691" y="2343912"/>
                    <a:pt x="162814" y="2438400"/>
                    <a:pt x="281305" y="2438400"/>
                  </a:cubicBezTo>
                  <a:lnTo>
                    <a:pt x="5199634" y="2438400"/>
                  </a:lnTo>
                  <a:cubicBezTo>
                    <a:pt x="5318125" y="2438400"/>
                    <a:pt x="5413248" y="2343912"/>
                    <a:pt x="5413248" y="2228469"/>
                  </a:cubicBezTo>
                  <a:lnTo>
                    <a:pt x="5413248" y="277749"/>
                  </a:lnTo>
                  <a:cubicBezTo>
                    <a:pt x="5413248" y="162306"/>
                    <a:pt x="5318125" y="67818"/>
                    <a:pt x="5199634" y="67818"/>
                  </a:cubicBezTo>
                  <a:lnTo>
                    <a:pt x="281432" y="67818"/>
                  </a:lnTo>
                  <a:lnTo>
                    <a:pt x="281432" y="33909"/>
                  </a:lnTo>
                  <a:lnTo>
                    <a:pt x="281432" y="67691"/>
                  </a:lnTo>
                  <a:cubicBezTo>
                    <a:pt x="162941" y="67691"/>
                    <a:pt x="67818" y="162179"/>
                    <a:pt x="67818" y="277622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2247" y="2145287"/>
            <a:ext cx="4085339" cy="116843"/>
            <a:chOff x="0" y="0"/>
            <a:chExt cx="5447119" cy="155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13248" cy="121920"/>
            </a:xfrm>
            <a:custGeom>
              <a:avLst/>
              <a:gdLst/>
              <a:ahLst/>
              <a:cxnLst/>
              <a:rect r="r" b="b" t="t" l="l"/>
              <a:pathLst>
                <a:path h="1219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7030" cy="155704"/>
            </a:xfrm>
            <a:custGeom>
              <a:avLst/>
              <a:gdLst/>
              <a:ahLst/>
              <a:cxnLst/>
              <a:rect r="r" b="b" t="t" l="l"/>
              <a:pathLst>
                <a:path h="15570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8811"/>
                  </a:lnTo>
                  <a:cubicBezTo>
                    <a:pt x="5447030" y="148209"/>
                    <a:pt x="5439410" y="155702"/>
                    <a:pt x="5430139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5430139" y="121920"/>
                  </a:lnTo>
                  <a:lnTo>
                    <a:pt x="5430139" y="138811"/>
                  </a:lnTo>
                  <a:lnTo>
                    <a:pt x="5413248" y="1388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2267712"/>
            <a:ext cx="4059936" cy="841248"/>
            <a:chOff x="0" y="0"/>
            <a:chExt cx="5413248" cy="1121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13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36" r="0" b="-440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413248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" y="3108960"/>
            <a:ext cx="4059936" cy="475488"/>
            <a:chOff x="0" y="0"/>
            <a:chExt cx="5413248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413248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Paragraphs Analyzed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4944" y="3547872"/>
            <a:ext cx="4059936" cy="365760"/>
            <a:chOff x="0" y="0"/>
            <a:chExt cx="5413248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13248" cy="487680"/>
            </a:xfrm>
            <a:custGeom>
              <a:avLst/>
              <a:gdLst/>
              <a:ahLst/>
              <a:cxnLst/>
              <a:rect r="r" b="b" t="t" l="l"/>
              <a:pathLst>
                <a:path h="487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3" r="0" b="-1662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13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0D94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~100-word units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22085" y="2132581"/>
            <a:ext cx="4110733" cy="1879597"/>
            <a:chOff x="0" y="0"/>
            <a:chExt cx="5480977" cy="25061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3909" y="33909"/>
              <a:ext cx="5413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3248">
                  <a:moveTo>
                    <a:pt x="0" y="243840"/>
                  </a:moveTo>
                  <a:cubicBezTo>
                    <a:pt x="0" y="109220"/>
                    <a:pt x="110871" y="0"/>
                    <a:pt x="247523" y="0"/>
                  </a:cubicBezTo>
                  <a:lnTo>
                    <a:pt x="5165725" y="0"/>
                  </a:lnTo>
                  <a:cubicBezTo>
                    <a:pt x="5302377" y="0"/>
                    <a:pt x="5413248" y="109220"/>
                    <a:pt x="5413248" y="243840"/>
                  </a:cubicBezTo>
                  <a:lnTo>
                    <a:pt x="5413248" y="2194560"/>
                  </a:lnTo>
                  <a:cubicBezTo>
                    <a:pt x="5413248" y="2329180"/>
                    <a:pt x="5302377" y="2438400"/>
                    <a:pt x="5165725" y="2438400"/>
                  </a:cubicBezTo>
                  <a:lnTo>
                    <a:pt x="247523" y="2438400"/>
                  </a:lnTo>
                  <a:cubicBezTo>
                    <a:pt x="110871" y="2438400"/>
                    <a:pt x="0" y="2329180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1066" cy="2506218"/>
            </a:xfrm>
            <a:custGeom>
              <a:avLst/>
              <a:gdLst/>
              <a:ahLst/>
              <a:cxnLst/>
              <a:rect r="r" b="b" t="t" l="l"/>
              <a:pathLst>
                <a:path h="2506218" w="5481066">
                  <a:moveTo>
                    <a:pt x="0" y="277749"/>
                  </a:moveTo>
                  <a:cubicBezTo>
                    <a:pt x="0" y="123825"/>
                    <a:pt x="126492" y="0"/>
                    <a:pt x="281432" y="0"/>
                  </a:cubicBezTo>
                  <a:lnTo>
                    <a:pt x="5199634" y="0"/>
                  </a:lnTo>
                  <a:lnTo>
                    <a:pt x="5199634" y="33909"/>
                  </a:lnTo>
                  <a:lnTo>
                    <a:pt x="5199634" y="0"/>
                  </a:lnTo>
                  <a:cubicBezTo>
                    <a:pt x="5354574" y="0"/>
                    <a:pt x="5481066" y="123825"/>
                    <a:pt x="5481066" y="277749"/>
                  </a:cubicBezTo>
                  <a:lnTo>
                    <a:pt x="5447157" y="277749"/>
                  </a:lnTo>
                  <a:lnTo>
                    <a:pt x="5481066" y="277749"/>
                  </a:lnTo>
                  <a:lnTo>
                    <a:pt x="5481066" y="2228469"/>
                  </a:lnTo>
                  <a:lnTo>
                    <a:pt x="5447157" y="2228469"/>
                  </a:lnTo>
                  <a:lnTo>
                    <a:pt x="5481066" y="2228469"/>
                  </a:lnTo>
                  <a:cubicBezTo>
                    <a:pt x="5481066" y="2382266"/>
                    <a:pt x="5354574" y="2506218"/>
                    <a:pt x="5199634" y="2506218"/>
                  </a:cubicBezTo>
                  <a:lnTo>
                    <a:pt x="5199634" y="2472309"/>
                  </a:lnTo>
                  <a:lnTo>
                    <a:pt x="5199634" y="2506218"/>
                  </a:lnTo>
                  <a:lnTo>
                    <a:pt x="281432" y="2506218"/>
                  </a:lnTo>
                  <a:lnTo>
                    <a:pt x="281432" y="2472309"/>
                  </a:lnTo>
                  <a:lnTo>
                    <a:pt x="281432" y="2506218"/>
                  </a:lnTo>
                  <a:cubicBezTo>
                    <a:pt x="126492" y="2506091"/>
                    <a:pt x="0" y="2382266"/>
                    <a:pt x="0" y="2228469"/>
                  </a:cubicBezTo>
                  <a:lnTo>
                    <a:pt x="0" y="277749"/>
                  </a:lnTo>
                  <a:lnTo>
                    <a:pt x="33909" y="277749"/>
                  </a:lnTo>
                  <a:lnTo>
                    <a:pt x="0" y="277749"/>
                  </a:lnTo>
                  <a:moveTo>
                    <a:pt x="67691" y="277749"/>
                  </a:moveTo>
                  <a:lnTo>
                    <a:pt x="67691" y="2228469"/>
                  </a:lnTo>
                  <a:lnTo>
                    <a:pt x="33909" y="2228469"/>
                  </a:lnTo>
                  <a:lnTo>
                    <a:pt x="67691" y="2228469"/>
                  </a:lnTo>
                  <a:cubicBezTo>
                    <a:pt x="67691" y="2343912"/>
                    <a:pt x="162814" y="2438400"/>
                    <a:pt x="281305" y="2438400"/>
                  </a:cubicBezTo>
                  <a:lnTo>
                    <a:pt x="5199634" y="2438400"/>
                  </a:lnTo>
                  <a:cubicBezTo>
                    <a:pt x="5318125" y="2438400"/>
                    <a:pt x="5413248" y="2343912"/>
                    <a:pt x="5413248" y="2228469"/>
                  </a:cubicBezTo>
                  <a:lnTo>
                    <a:pt x="5413248" y="277749"/>
                  </a:lnTo>
                  <a:cubicBezTo>
                    <a:pt x="5413248" y="162306"/>
                    <a:pt x="5318125" y="67818"/>
                    <a:pt x="5199634" y="67818"/>
                  </a:cubicBezTo>
                  <a:lnTo>
                    <a:pt x="281432" y="67818"/>
                  </a:lnTo>
                  <a:lnTo>
                    <a:pt x="281432" y="33909"/>
                  </a:lnTo>
                  <a:lnTo>
                    <a:pt x="281432" y="67691"/>
                  </a:lnTo>
                  <a:cubicBezTo>
                    <a:pt x="162941" y="67691"/>
                    <a:pt x="67818" y="162179"/>
                    <a:pt x="67818" y="27762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34791" y="2145287"/>
            <a:ext cx="4085339" cy="116843"/>
            <a:chOff x="0" y="0"/>
            <a:chExt cx="5447119" cy="155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413248" cy="121920"/>
            </a:xfrm>
            <a:custGeom>
              <a:avLst/>
              <a:gdLst/>
              <a:ahLst/>
              <a:cxnLst/>
              <a:rect r="r" b="b" t="t" l="l"/>
              <a:pathLst>
                <a:path h="1219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7030" cy="155704"/>
            </a:xfrm>
            <a:custGeom>
              <a:avLst/>
              <a:gdLst/>
              <a:ahLst/>
              <a:cxnLst/>
              <a:rect r="r" b="b" t="t" l="l"/>
              <a:pathLst>
                <a:path h="15570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8811"/>
                  </a:lnTo>
                  <a:cubicBezTo>
                    <a:pt x="5447030" y="148209"/>
                    <a:pt x="5439410" y="155702"/>
                    <a:pt x="5430139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5430139" y="121920"/>
                  </a:lnTo>
                  <a:lnTo>
                    <a:pt x="5430139" y="138811"/>
                  </a:lnTo>
                  <a:lnTo>
                    <a:pt x="5413248" y="1388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47488" y="2267712"/>
            <a:ext cx="4059936" cy="841248"/>
            <a:chOff x="0" y="0"/>
            <a:chExt cx="5413248" cy="1121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13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36" r="0" b="-440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413248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fear 😨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47488" y="3108960"/>
            <a:ext cx="4059936" cy="475488"/>
            <a:chOff x="0" y="0"/>
            <a:chExt cx="5413248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413248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Dominant Emotion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47488" y="3547872"/>
            <a:ext cx="4059936" cy="365760"/>
            <a:chOff x="0" y="0"/>
            <a:chExt cx="5413248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13248" cy="487680"/>
            </a:xfrm>
            <a:custGeom>
              <a:avLst/>
              <a:gdLst/>
              <a:ahLst/>
              <a:cxnLst/>
              <a:rect r="r" b="b" t="t" l="l"/>
              <a:pathLst>
                <a:path h="487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3" r="0" b="-1662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13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8B5C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confidence-weighted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74629" y="2132581"/>
            <a:ext cx="4110733" cy="1879597"/>
            <a:chOff x="0" y="0"/>
            <a:chExt cx="5480977" cy="25061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33909" y="33909"/>
              <a:ext cx="5413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3248">
                  <a:moveTo>
                    <a:pt x="0" y="243840"/>
                  </a:moveTo>
                  <a:cubicBezTo>
                    <a:pt x="0" y="109220"/>
                    <a:pt x="110871" y="0"/>
                    <a:pt x="247523" y="0"/>
                  </a:cubicBezTo>
                  <a:lnTo>
                    <a:pt x="5165725" y="0"/>
                  </a:lnTo>
                  <a:cubicBezTo>
                    <a:pt x="5302377" y="0"/>
                    <a:pt x="5413248" y="109220"/>
                    <a:pt x="5413248" y="243840"/>
                  </a:cubicBezTo>
                  <a:lnTo>
                    <a:pt x="5413248" y="2194560"/>
                  </a:lnTo>
                  <a:cubicBezTo>
                    <a:pt x="5413248" y="2329180"/>
                    <a:pt x="5302377" y="2438400"/>
                    <a:pt x="5165725" y="2438400"/>
                  </a:cubicBezTo>
                  <a:lnTo>
                    <a:pt x="247523" y="2438400"/>
                  </a:lnTo>
                  <a:cubicBezTo>
                    <a:pt x="110871" y="2438400"/>
                    <a:pt x="0" y="2329180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1066" cy="2506218"/>
            </a:xfrm>
            <a:custGeom>
              <a:avLst/>
              <a:gdLst/>
              <a:ahLst/>
              <a:cxnLst/>
              <a:rect r="r" b="b" t="t" l="l"/>
              <a:pathLst>
                <a:path h="2506218" w="5481066">
                  <a:moveTo>
                    <a:pt x="0" y="277749"/>
                  </a:moveTo>
                  <a:cubicBezTo>
                    <a:pt x="0" y="123825"/>
                    <a:pt x="126492" y="0"/>
                    <a:pt x="281432" y="0"/>
                  </a:cubicBezTo>
                  <a:lnTo>
                    <a:pt x="5199634" y="0"/>
                  </a:lnTo>
                  <a:lnTo>
                    <a:pt x="5199634" y="33909"/>
                  </a:lnTo>
                  <a:lnTo>
                    <a:pt x="5199634" y="0"/>
                  </a:lnTo>
                  <a:cubicBezTo>
                    <a:pt x="5354574" y="0"/>
                    <a:pt x="5481066" y="123825"/>
                    <a:pt x="5481066" y="277749"/>
                  </a:cubicBezTo>
                  <a:lnTo>
                    <a:pt x="5447157" y="277749"/>
                  </a:lnTo>
                  <a:lnTo>
                    <a:pt x="5481066" y="277749"/>
                  </a:lnTo>
                  <a:lnTo>
                    <a:pt x="5481066" y="2228469"/>
                  </a:lnTo>
                  <a:lnTo>
                    <a:pt x="5447157" y="2228469"/>
                  </a:lnTo>
                  <a:lnTo>
                    <a:pt x="5481066" y="2228469"/>
                  </a:lnTo>
                  <a:cubicBezTo>
                    <a:pt x="5481066" y="2382266"/>
                    <a:pt x="5354574" y="2506218"/>
                    <a:pt x="5199634" y="2506218"/>
                  </a:cubicBezTo>
                  <a:lnTo>
                    <a:pt x="5199634" y="2472309"/>
                  </a:lnTo>
                  <a:lnTo>
                    <a:pt x="5199634" y="2506218"/>
                  </a:lnTo>
                  <a:lnTo>
                    <a:pt x="281432" y="2506218"/>
                  </a:lnTo>
                  <a:lnTo>
                    <a:pt x="281432" y="2472309"/>
                  </a:lnTo>
                  <a:lnTo>
                    <a:pt x="281432" y="2506218"/>
                  </a:lnTo>
                  <a:cubicBezTo>
                    <a:pt x="126492" y="2506091"/>
                    <a:pt x="0" y="2382266"/>
                    <a:pt x="0" y="2228469"/>
                  </a:cubicBezTo>
                  <a:lnTo>
                    <a:pt x="0" y="277749"/>
                  </a:lnTo>
                  <a:lnTo>
                    <a:pt x="33909" y="277749"/>
                  </a:lnTo>
                  <a:lnTo>
                    <a:pt x="0" y="277749"/>
                  </a:lnTo>
                  <a:moveTo>
                    <a:pt x="67691" y="277749"/>
                  </a:moveTo>
                  <a:lnTo>
                    <a:pt x="67691" y="2228469"/>
                  </a:lnTo>
                  <a:lnTo>
                    <a:pt x="33909" y="2228469"/>
                  </a:lnTo>
                  <a:lnTo>
                    <a:pt x="67691" y="2228469"/>
                  </a:lnTo>
                  <a:cubicBezTo>
                    <a:pt x="67691" y="2343912"/>
                    <a:pt x="162814" y="2438400"/>
                    <a:pt x="281305" y="2438400"/>
                  </a:cubicBezTo>
                  <a:lnTo>
                    <a:pt x="5199634" y="2438400"/>
                  </a:lnTo>
                  <a:cubicBezTo>
                    <a:pt x="5318125" y="2438400"/>
                    <a:pt x="5413248" y="2343912"/>
                    <a:pt x="5413248" y="2228469"/>
                  </a:cubicBezTo>
                  <a:lnTo>
                    <a:pt x="5413248" y="277749"/>
                  </a:lnTo>
                  <a:cubicBezTo>
                    <a:pt x="5413248" y="162306"/>
                    <a:pt x="5318125" y="67818"/>
                    <a:pt x="5199634" y="67818"/>
                  </a:cubicBezTo>
                  <a:lnTo>
                    <a:pt x="281432" y="67818"/>
                  </a:lnTo>
                  <a:lnTo>
                    <a:pt x="281432" y="33909"/>
                  </a:lnTo>
                  <a:lnTo>
                    <a:pt x="281432" y="67691"/>
                  </a:lnTo>
                  <a:cubicBezTo>
                    <a:pt x="162941" y="67691"/>
                    <a:pt x="67818" y="162179"/>
                    <a:pt x="67818" y="27762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87335" y="2145287"/>
            <a:ext cx="4085339" cy="116843"/>
            <a:chOff x="0" y="0"/>
            <a:chExt cx="5447119" cy="155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413248" cy="121920"/>
            </a:xfrm>
            <a:custGeom>
              <a:avLst/>
              <a:gdLst/>
              <a:ahLst/>
              <a:cxnLst/>
              <a:rect r="r" b="b" t="t" l="l"/>
              <a:pathLst>
                <a:path h="1219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47030" cy="155704"/>
            </a:xfrm>
            <a:custGeom>
              <a:avLst/>
              <a:gdLst/>
              <a:ahLst/>
              <a:cxnLst/>
              <a:rect r="r" b="b" t="t" l="l"/>
              <a:pathLst>
                <a:path h="15570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8811"/>
                  </a:lnTo>
                  <a:cubicBezTo>
                    <a:pt x="5447030" y="148209"/>
                    <a:pt x="5439410" y="155702"/>
                    <a:pt x="5430139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5430139" y="121920"/>
                  </a:lnTo>
                  <a:lnTo>
                    <a:pt x="5430139" y="138811"/>
                  </a:lnTo>
                  <a:lnTo>
                    <a:pt x="5413248" y="1388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00032" y="2267712"/>
            <a:ext cx="4059936" cy="841248"/>
            <a:chOff x="0" y="0"/>
            <a:chExt cx="5413248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13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36" r="0" b="-440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413248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Man in a Hole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00032" y="3108960"/>
            <a:ext cx="4059936" cy="475488"/>
            <a:chOff x="0" y="0"/>
            <a:chExt cx="5413248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413248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Story Shape Match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00032" y="3547872"/>
            <a:ext cx="4059936" cy="365760"/>
            <a:chOff x="0" y="0"/>
            <a:chExt cx="5413248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13248" cy="487680"/>
            </a:xfrm>
            <a:custGeom>
              <a:avLst/>
              <a:gdLst/>
              <a:ahLst/>
              <a:cxnLst/>
              <a:rect r="r" b="b" t="t" l="l"/>
              <a:pathLst>
                <a:path h="487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3" r="0" b="-16628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13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similarity: 0.87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27173" y="2132581"/>
            <a:ext cx="4110733" cy="1879597"/>
            <a:chOff x="0" y="0"/>
            <a:chExt cx="5480977" cy="25061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33909" y="33909"/>
              <a:ext cx="5413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3248">
                  <a:moveTo>
                    <a:pt x="0" y="243840"/>
                  </a:moveTo>
                  <a:cubicBezTo>
                    <a:pt x="0" y="109220"/>
                    <a:pt x="110871" y="0"/>
                    <a:pt x="247523" y="0"/>
                  </a:cubicBezTo>
                  <a:lnTo>
                    <a:pt x="5165725" y="0"/>
                  </a:lnTo>
                  <a:cubicBezTo>
                    <a:pt x="5302377" y="0"/>
                    <a:pt x="5413248" y="109220"/>
                    <a:pt x="5413248" y="243840"/>
                  </a:cubicBezTo>
                  <a:lnTo>
                    <a:pt x="5413248" y="2194560"/>
                  </a:lnTo>
                  <a:cubicBezTo>
                    <a:pt x="5413248" y="2329180"/>
                    <a:pt x="5302377" y="2438400"/>
                    <a:pt x="5165725" y="2438400"/>
                  </a:cubicBezTo>
                  <a:lnTo>
                    <a:pt x="247523" y="2438400"/>
                  </a:lnTo>
                  <a:cubicBezTo>
                    <a:pt x="110871" y="2438400"/>
                    <a:pt x="0" y="2329180"/>
                    <a:pt x="0" y="2194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1066" cy="2506218"/>
            </a:xfrm>
            <a:custGeom>
              <a:avLst/>
              <a:gdLst/>
              <a:ahLst/>
              <a:cxnLst/>
              <a:rect r="r" b="b" t="t" l="l"/>
              <a:pathLst>
                <a:path h="2506218" w="5481066">
                  <a:moveTo>
                    <a:pt x="0" y="277749"/>
                  </a:moveTo>
                  <a:cubicBezTo>
                    <a:pt x="0" y="123825"/>
                    <a:pt x="126492" y="0"/>
                    <a:pt x="281432" y="0"/>
                  </a:cubicBezTo>
                  <a:lnTo>
                    <a:pt x="5199634" y="0"/>
                  </a:lnTo>
                  <a:lnTo>
                    <a:pt x="5199634" y="33909"/>
                  </a:lnTo>
                  <a:lnTo>
                    <a:pt x="5199634" y="0"/>
                  </a:lnTo>
                  <a:cubicBezTo>
                    <a:pt x="5354574" y="0"/>
                    <a:pt x="5481066" y="123825"/>
                    <a:pt x="5481066" y="277749"/>
                  </a:cubicBezTo>
                  <a:lnTo>
                    <a:pt x="5447157" y="277749"/>
                  </a:lnTo>
                  <a:lnTo>
                    <a:pt x="5481066" y="277749"/>
                  </a:lnTo>
                  <a:lnTo>
                    <a:pt x="5481066" y="2228469"/>
                  </a:lnTo>
                  <a:lnTo>
                    <a:pt x="5447157" y="2228469"/>
                  </a:lnTo>
                  <a:lnTo>
                    <a:pt x="5481066" y="2228469"/>
                  </a:lnTo>
                  <a:cubicBezTo>
                    <a:pt x="5481066" y="2382266"/>
                    <a:pt x="5354574" y="2506218"/>
                    <a:pt x="5199634" y="2506218"/>
                  </a:cubicBezTo>
                  <a:lnTo>
                    <a:pt x="5199634" y="2472309"/>
                  </a:lnTo>
                  <a:lnTo>
                    <a:pt x="5199634" y="2506218"/>
                  </a:lnTo>
                  <a:lnTo>
                    <a:pt x="281432" y="2506218"/>
                  </a:lnTo>
                  <a:lnTo>
                    <a:pt x="281432" y="2472309"/>
                  </a:lnTo>
                  <a:lnTo>
                    <a:pt x="281432" y="2506218"/>
                  </a:lnTo>
                  <a:cubicBezTo>
                    <a:pt x="126492" y="2506091"/>
                    <a:pt x="0" y="2382266"/>
                    <a:pt x="0" y="2228469"/>
                  </a:cubicBezTo>
                  <a:lnTo>
                    <a:pt x="0" y="277749"/>
                  </a:lnTo>
                  <a:lnTo>
                    <a:pt x="33909" y="277749"/>
                  </a:lnTo>
                  <a:lnTo>
                    <a:pt x="0" y="277749"/>
                  </a:lnTo>
                  <a:moveTo>
                    <a:pt x="67691" y="277749"/>
                  </a:moveTo>
                  <a:lnTo>
                    <a:pt x="67691" y="2228469"/>
                  </a:lnTo>
                  <a:lnTo>
                    <a:pt x="33909" y="2228469"/>
                  </a:lnTo>
                  <a:lnTo>
                    <a:pt x="67691" y="2228469"/>
                  </a:lnTo>
                  <a:cubicBezTo>
                    <a:pt x="67691" y="2343912"/>
                    <a:pt x="162814" y="2438400"/>
                    <a:pt x="281305" y="2438400"/>
                  </a:cubicBezTo>
                  <a:lnTo>
                    <a:pt x="5199634" y="2438400"/>
                  </a:lnTo>
                  <a:cubicBezTo>
                    <a:pt x="5318125" y="2438400"/>
                    <a:pt x="5413248" y="2343912"/>
                    <a:pt x="5413248" y="2228469"/>
                  </a:cubicBezTo>
                  <a:lnTo>
                    <a:pt x="5413248" y="277749"/>
                  </a:lnTo>
                  <a:cubicBezTo>
                    <a:pt x="5413248" y="162306"/>
                    <a:pt x="5318125" y="67818"/>
                    <a:pt x="5199634" y="67818"/>
                  </a:cubicBezTo>
                  <a:lnTo>
                    <a:pt x="281432" y="67818"/>
                  </a:lnTo>
                  <a:lnTo>
                    <a:pt x="281432" y="33909"/>
                  </a:lnTo>
                  <a:lnTo>
                    <a:pt x="281432" y="67691"/>
                  </a:lnTo>
                  <a:cubicBezTo>
                    <a:pt x="162941" y="67691"/>
                    <a:pt x="67818" y="162179"/>
                    <a:pt x="67818" y="27762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739879" y="2145287"/>
            <a:ext cx="4085339" cy="116843"/>
            <a:chOff x="0" y="0"/>
            <a:chExt cx="5447119" cy="155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413248" cy="121920"/>
            </a:xfrm>
            <a:custGeom>
              <a:avLst/>
              <a:gdLst/>
              <a:ahLst/>
              <a:cxnLst/>
              <a:rect r="r" b="b" t="t" l="l"/>
              <a:pathLst>
                <a:path h="1219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47030" cy="155704"/>
            </a:xfrm>
            <a:custGeom>
              <a:avLst/>
              <a:gdLst/>
              <a:ahLst/>
              <a:cxnLst/>
              <a:rect r="r" b="b" t="t" l="l"/>
              <a:pathLst>
                <a:path h="15570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38811"/>
                  </a:lnTo>
                  <a:cubicBezTo>
                    <a:pt x="5447030" y="148209"/>
                    <a:pt x="5439410" y="155702"/>
                    <a:pt x="5430139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5430139" y="121920"/>
                  </a:lnTo>
                  <a:lnTo>
                    <a:pt x="5430139" y="138811"/>
                  </a:lnTo>
                  <a:lnTo>
                    <a:pt x="5413248" y="13881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752576" y="2267712"/>
            <a:ext cx="4059936" cy="841248"/>
            <a:chOff x="0" y="0"/>
            <a:chExt cx="5413248" cy="11216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13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36" r="0" b="-4403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413248" cy="1121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joy 😊 +0.82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52576" y="3108960"/>
            <a:ext cx="4059936" cy="475488"/>
            <a:chOff x="0" y="0"/>
            <a:chExt cx="5413248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13248" cy="633984"/>
            </a:xfrm>
            <a:custGeom>
              <a:avLst/>
              <a:gdLst/>
              <a:ahLst/>
              <a:cxnLst/>
              <a:rect r="r" b="b" t="t" l="l"/>
              <a:pathLst>
                <a:path h="63398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372" r="0" b="-11637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413248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Peak Emotion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52576" y="3547872"/>
            <a:ext cx="4059936" cy="365760"/>
            <a:chOff x="0" y="0"/>
            <a:chExt cx="5413248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13248" cy="487680"/>
            </a:xfrm>
            <a:custGeom>
              <a:avLst/>
              <a:gdLst/>
              <a:ahLst/>
              <a:cxnLst/>
              <a:rect r="r" b="b" t="t" l="l"/>
              <a:pathLst>
                <a:path h="4876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283" r="0" b="-16628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4132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22C55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Chapter 5, Para 18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94944" y="4297680"/>
            <a:ext cx="12618720" cy="512064"/>
            <a:chOff x="0" y="0"/>
            <a:chExt cx="1682496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824961" cy="682752"/>
            </a:xfrm>
            <a:custGeom>
              <a:avLst/>
              <a:gdLst/>
              <a:ahLst/>
              <a:cxnLst/>
              <a:rect r="r" b="b" t="t" l="l"/>
              <a:pathLst>
                <a:path h="682752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167" r="0" b="-43016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6824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 Distribution  —  Frankenstein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94944" y="5047488"/>
            <a:ext cx="1682496" cy="475488"/>
            <a:chOff x="0" y="0"/>
            <a:chExt cx="2243328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474471" y="5034791"/>
            <a:ext cx="9124598" cy="464315"/>
            <a:chOff x="0" y="0"/>
            <a:chExt cx="12166130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2132310" cy="585216"/>
            </a:xfrm>
            <a:custGeom>
              <a:avLst/>
              <a:gdLst/>
              <a:ahLst/>
              <a:cxnLst/>
              <a:rect r="r" b="b" t="t" l="l"/>
              <a:pathLst>
                <a:path h="585216" w="12132310">
                  <a:moveTo>
                    <a:pt x="0" y="97536"/>
                  </a:moveTo>
                  <a:cubicBezTo>
                    <a:pt x="0" y="43688"/>
                    <a:pt x="46101" y="0"/>
                    <a:pt x="102870" y="0"/>
                  </a:cubicBezTo>
                  <a:lnTo>
                    <a:pt x="12029440" y="0"/>
                  </a:lnTo>
                  <a:cubicBezTo>
                    <a:pt x="12086209" y="0"/>
                    <a:pt x="12132310" y="43688"/>
                    <a:pt x="12132310" y="97536"/>
                  </a:cubicBezTo>
                  <a:lnTo>
                    <a:pt x="12132310" y="487680"/>
                  </a:lnTo>
                  <a:cubicBezTo>
                    <a:pt x="12132310" y="541528"/>
                    <a:pt x="12086209" y="585216"/>
                    <a:pt x="12029440" y="585216"/>
                  </a:cubicBezTo>
                  <a:lnTo>
                    <a:pt x="102997" y="585216"/>
                  </a:lnTo>
                  <a:cubicBezTo>
                    <a:pt x="46228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166219" cy="618998"/>
            </a:xfrm>
            <a:custGeom>
              <a:avLst/>
              <a:gdLst/>
              <a:ahLst/>
              <a:cxnLst/>
              <a:rect r="r" b="b" t="t" l="l"/>
              <a:pathLst>
                <a:path h="618998" w="12166219">
                  <a:moveTo>
                    <a:pt x="0" y="114427"/>
                  </a:moveTo>
                  <a:cubicBezTo>
                    <a:pt x="0" y="50419"/>
                    <a:pt x="54483" y="0"/>
                    <a:pt x="119888" y="0"/>
                  </a:cubicBezTo>
                  <a:lnTo>
                    <a:pt x="12046331" y="0"/>
                  </a:lnTo>
                  <a:lnTo>
                    <a:pt x="12046331" y="16891"/>
                  </a:lnTo>
                  <a:lnTo>
                    <a:pt x="12046331" y="0"/>
                  </a:lnTo>
                  <a:cubicBezTo>
                    <a:pt x="12111610" y="0"/>
                    <a:pt x="12166219" y="50419"/>
                    <a:pt x="12166219" y="114427"/>
                  </a:cubicBezTo>
                  <a:lnTo>
                    <a:pt x="12149328" y="114427"/>
                  </a:lnTo>
                  <a:lnTo>
                    <a:pt x="12166219" y="114427"/>
                  </a:lnTo>
                  <a:lnTo>
                    <a:pt x="12166219" y="504571"/>
                  </a:lnTo>
                  <a:lnTo>
                    <a:pt x="12149328" y="504571"/>
                  </a:lnTo>
                  <a:lnTo>
                    <a:pt x="12166219" y="504571"/>
                  </a:lnTo>
                  <a:cubicBezTo>
                    <a:pt x="12166219" y="568579"/>
                    <a:pt x="12111737" y="618998"/>
                    <a:pt x="12046331" y="618998"/>
                  </a:cubicBezTo>
                  <a:lnTo>
                    <a:pt x="12046331" y="602107"/>
                  </a:lnTo>
                  <a:lnTo>
                    <a:pt x="12046331" y="618998"/>
                  </a:lnTo>
                  <a:lnTo>
                    <a:pt x="119888" y="618998"/>
                  </a:lnTo>
                  <a:lnTo>
                    <a:pt x="119888" y="602107"/>
                  </a:lnTo>
                  <a:lnTo>
                    <a:pt x="119888" y="618998"/>
                  </a:lnTo>
                  <a:cubicBezTo>
                    <a:pt x="54483" y="619125"/>
                    <a:pt x="0" y="568706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259"/>
                    <a:pt x="71501" y="585216"/>
                    <a:pt x="119888" y="585216"/>
                  </a:cubicBezTo>
                  <a:lnTo>
                    <a:pt x="12046331" y="585216"/>
                  </a:lnTo>
                  <a:cubicBezTo>
                    <a:pt x="12094718" y="585216"/>
                    <a:pt x="12132311" y="548259"/>
                    <a:pt x="12132311" y="504571"/>
                  </a:cubicBezTo>
                  <a:lnTo>
                    <a:pt x="12132311" y="114427"/>
                  </a:lnTo>
                  <a:cubicBezTo>
                    <a:pt x="12132311" y="70739"/>
                    <a:pt x="12094718" y="33782"/>
                    <a:pt x="12046331" y="33782"/>
                  </a:cubicBezTo>
                  <a:lnTo>
                    <a:pt x="119888" y="33782"/>
                  </a:lnTo>
                  <a:lnTo>
                    <a:pt x="119888" y="16891"/>
                  </a:lnTo>
                  <a:lnTo>
                    <a:pt x="119888" y="33909"/>
                  </a:lnTo>
                  <a:cubicBezTo>
                    <a:pt x="71501" y="33909"/>
                    <a:pt x="33909" y="70866"/>
                    <a:pt x="33909" y="114554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659514" y="5065776"/>
            <a:ext cx="585216" cy="402336"/>
            <a:chOff x="0" y="0"/>
            <a:chExt cx="780288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94944" y="5669280"/>
            <a:ext cx="1682496" cy="475488"/>
            <a:chOff x="0" y="0"/>
            <a:chExt cx="2243328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sadness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474471" y="5656583"/>
            <a:ext cx="6678578" cy="464315"/>
            <a:chOff x="0" y="0"/>
            <a:chExt cx="8904770" cy="61908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8870950" cy="585216"/>
            </a:xfrm>
            <a:custGeom>
              <a:avLst/>
              <a:gdLst/>
              <a:ahLst/>
              <a:cxnLst/>
              <a:rect r="r" b="b" t="t" l="l"/>
              <a:pathLst>
                <a:path h="585216" w="8870950">
                  <a:moveTo>
                    <a:pt x="0" y="97536"/>
                  </a:moveTo>
                  <a:cubicBezTo>
                    <a:pt x="0" y="43688"/>
                    <a:pt x="45974" y="0"/>
                    <a:pt x="102743" y="0"/>
                  </a:cubicBezTo>
                  <a:lnTo>
                    <a:pt x="8768207" y="0"/>
                  </a:lnTo>
                  <a:cubicBezTo>
                    <a:pt x="8824976" y="0"/>
                    <a:pt x="8870950" y="43688"/>
                    <a:pt x="8870950" y="97536"/>
                  </a:cubicBezTo>
                  <a:lnTo>
                    <a:pt x="8870950" y="487680"/>
                  </a:lnTo>
                  <a:cubicBezTo>
                    <a:pt x="8870950" y="541528"/>
                    <a:pt x="8824976" y="585216"/>
                    <a:pt x="8768207" y="585216"/>
                  </a:cubicBezTo>
                  <a:lnTo>
                    <a:pt x="102870" y="585216"/>
                  </a:lnTo>
                  <a:cubicBezTo>
                    <a:pt x="46101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7A5C1E">
                <a:alpha val="82745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904859" cy="618998"/>
            </a:xfrm>
            <a:custGeom>
              <a:avLst/>
              <a:gdLst/>
              <a:ahLst/>
              <a:cxnLst/>
              <a:rect r="r" b="b" t="t" l="l"/>
              <a:pathLst>
                <a:path h="618998" w="8904859">
                  <a:moveTo>
                    <a:pt x="0" y="114427"/>
                  </a:moveTo>
                  <a:cubicBezTo>
                    <a:pt x="0" y="50419"/>
                    <a:pt x="54483" y="0"/>
                    <a:pt x="119761" y="0"/>
                  </a:cubicBezTo>
                  <a:lnTo>
                    <a:pt x="8785098" y="0"/>
                  </a:lnTo>
                  <a:lnTo>
                    <a:pt x="8785098" y="16891"/>
                  </a:lnTo>
                  <a:lnTo>
                    <a:pt x="8785098" y="0"/>
                  </a:lnTo>
                  <a:cubicBezTo>
                    <a:pt x="8850376" y="0"/>
                    <a:pt x="8904859" y="50419"/>
                    <a:pt x="8904859" y="114427"/>
                  </a:cubicBezTo>
                  <a:lnTo>
                    <a:pt x="8887968" y="114427"/>
                  </a:lnTo>
                  <a:lnTo>
                    <a:pt x="8904859" y="114427"/>
                  </a:lnTo>
                  <a:lnTo>
                    <a:pt x="8904859" y="504571"/>
                  </a:lnTo>
                  <a:lnTo>
                    <a:pt x="8887968" y="504571"/>
                  </a:lnTo>
                  <a:lnTo>
                    <a:pt x="8904859" y="504571"/>
                  </a:lnTo>
                  <a:cubicBezTo>
                    <a:pt x="8904859" y="568579"/>
                    <a:pt x="8850376" y="618998"/>
                    <a:pt x="8785098" y="618998"/>
                  </a:cubicBezTo>
                  <a:lnTo>
                    <a:pt x="8785098" y="602107"/>
                  </a:lnTo>
                  <a:lnTo>
                    <a:pt x="8785098" y="618998"/>
                  </a:lnTo>
                  <a:lnTo>
                    <a:pt x="119761" y="618998"/>
                  </a:lnTo>
                  <a:lnTo>
                    <a:pt x="119761" y="602107"/>
                  </a:lnTo>
                  <a:lnTo>
                    <a:pt x="119761" y="618998"/>
                  </a:lnTo>
                  <a:cubicBezTo>
                    <a:pt x="54483" y="619125"/>
                    <a:pt x="0" y="568706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259"/>
                    <a:pt x="71501" y="585216"/>
                    <a:pt x="119761" y="585216"/>
                  </a:cubicBezTo>
                  <a:lnTo>
                    <a:pt x="8785098" y="585216"/>
                  </a:lnTo>
                  <a:cubicBezTo>
                    <a:pt x="8833358" y="585216"/>
                    <a:pt x="8870950" y="548259"/>
                    <a:pt x="8870950" y="504571"/>
                  </a:cubicBezTo>
                  <a:lnTo>
                    <a:pt x="8870950" y="114427"/>
                  </a:lnTo>
                  <a:cubicBezTo>
                    <a:pt x="8870950" y="70739"/>
                    <a:pt x="8833358" y="33782"/>
                    <a:pt x="8785098" y="33782"/>
                  </a:cubicBezTo>
                  <a:lnTo>
                    <a:pt x="119761" y="33782"/>
                  </a:lnTo>
                  <a:lnTo>
                    <a:pt x="119761" y="16891"/>
                  </a:lnTo>
                  <a:lnTo>
                    <a:pt x="119761" y="33909"/>
                  </a:lnTo>
                  <a:cubicBezTo>
                    <a:pt x="71501" y="33909"/>
                    <a:pt x="33909" y="70866"/>
                    <a:pt x="33909" y="114554"/>
                  </a:cubicBezTo>
                  <a:close/>
                </a:path>
              </a:pathLst>
            </a:custGeom>
            <a:solidFill>
              <a:srgbClr val="7A5C1E">
                <a:alpha val="82745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213494" y="5687568"/>
            <a:ext cx="585216" cy="402336"/>
            <a:chOff x="0" y="0"/>
            <a:chExt cx="780288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94944" y="6291072"/>
            <a:ext cx="1682496" cy="475488"/>
            <a:chOff x="0" y="0"/>
            <a:chExt cx="2243328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474471" y="6278375"/>
            <a:ext cx="5406647" cy="464315"/>
            <a:chOff x="0" y="0"/>
            <a:chExt cx="7208863" cy="61908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17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7175120">
                  <a:moveTo>
                    <a:pt x="0" y="97536"/>
                  </a:moveTo>
                  <a:cubicBezTo>
                    <a:pt x="0" y="43688"/>
                    <a:pt x="45974" y="0"/>
                    <a:pt x="102743" y="0"/>
                  </a:cubicBezTo>
                  <a:lnTo>
                    <a:pt x="7072376" y="0"/>
                  </a:lnTo>
                  <a:cubicBezTo>
                    <a:pt x="7129145" y="0"/>
                    <a:pt x="7175120" y="43688"/>
                    <a:pt x="7175120" y="97536"/>
                  </a:cubicBezTo>
                  <a:lnTo>
                    <a:pt x="7175120" y="487680"/>
                  </a:lnTo>
                  <a:cubicBezTo>
                    <a:pt x="7175120" y="541528"/>
                    <a:pt x="7129145" y="585216"/>
                    <a:pt x="7072376" y="585216"/>
                  </a:cubicBezTo>
                  <a:lnTo>
                    <a:pt x="102743" y="585216"/>
                  </a:lnTo>
                  <a:cubicBezTo>
                    <a:pt x="45974" y="585216"/>
                    <a:pt x="0" y="541528"/>
                    <a:pt x="0" y="487680"/>
                  </a:cubicBezTo>
                  <a:close/>
                </a:path>
              </a:pathLst>
            </a:custGeom>
            <a:solidFill>
              <a:srgbClr val="7A5C1E">
                <a:alpha val="67059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208901" cy="618998"/>
            </a:xfrm>
            <a:custGeom>
              <a:avLst/>
              <a:gdLst/>
              <a:ahLst/>
              <a:cxnLst/>
              <a:rect r="r" b="b" t="t" l="l"/>
              <a:pathLst>
                <a:path h="618998" w="7208901">
                  <a:moveTo>
                    <a:pt x="0" y="114427"/>
                  </a:moveTo>
                  <a:cubicBezTo>
                    <a:pt x="0" y="50419"/>
                    <a:pt x="54356" y="0"/>
                    <a:pt x="119634" y="0"/>
                  </a:cubicBezTo>
                  <a:lnTo>
                    <a:pt x="7089267" y="0"/>
                  </a:lnTo>
                  <a:lnTo>
                    <a:pt x="7089267" y="16891"/>
                  </a:lnTo>
                  <a:lnTo>
                    <a:pt x="7089267" y="0"/>
                  </a:lnTo>
                  <a:cubicBezTo>
                    <a:pt x="7154545" y="0"/>
                    <a:pt x="7208901" y="50419"/>
                    <a:pt x="7208901" y="114427"/>
                  </a:cubicBezTo>
                  <a:lnTo>
                    <a:pt x="7192011" y="114427"/>
                  </a:lnTo>
                  <a:lnTo>
                    <a:pt x="7208901" y="114427"/>
                  </a:lnTo>
                  <a:lnTo>
                    <a:pt x="7208901" y="504571"/>
                  </a:lnTo>
                  <a:lnTo>
                    <a:pt x="7192011" y="504571"/>
                  </a:lnTo>
                  <a:lnTo>
                    <a:pt x="7208901" y="504571"/>
                  </a:lnTo>
                  <a:cubicBezTo>
                    <a:pt x="7208901" y="568579"/>
                    <a:pt x="7154545" y="618998"/>
                    <a:pt x="7089267" y="618998"/>
                  </a:cubicBezTo>
                  <a:lnTo>
                    <a:pt x="7089267" y="602107"/>
                  </a:lnTo>
                  <a:lnTo>
                    <a:pt x="7089267" y="618998"/>
                  </a:lnTo>
                  <a:lnTo>
                    <a:pt x="119634" y="618998"/>
                  </a:lnTo>
                  <a:lnTo>
                    <a:pt x="119634" y="602107"/>
                  </a:lnTo>
                  <a:lnTo>
                    <a:pt x="119634" y="618998"/>
                  </a:lnTo>
                  <a:cubicBezTo>
                    <a:pt x="54356" y="619125"/>
                    <a:pt x="0" y="568706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259"/>
                    <a:pt x="71501" y="585216"/>
                    <a:pt x="119634" y="585216"/>
                  </a:cubicBezTo>
                  <a:lnTo>
                    <a:pt x="7089267" y="585216"/>
                  </a:lnTo>
                  <a:cubicBezTo>
                    <a:pt x="7137527" y="585216"/>
                    <a:pt x="7174992" y="548259"/>
                    <a:pt x="7174992" y="504571"/>
                  </a:cubicBezTo>
                  <a:lnTo>
                    <a:pt x="7174992" y="114427"/>
                  </a:lnTo>
                  <a:cubicBezTo>
                    <a:pt x="7174992" y="70739"/>
                    <a:pt x="7137400" y="33782"/>
                    <a:pt x="7089267" y="33782"/>
                  </a:cubicBezTo>
                  <a:lnTo>
                    <a:pt x="119634" y="33782"/>
                  </a:lnTo>
                  <a:lnTo>
                    <a:pt x="119634" y="16891"/>
                  </a:lnTo>
                  <a:lnTo>
                    <a:pt x="119634" y="33909"/>
                  </a:lnTo>
                  <a:cubicBezTo>
                    <a:pt x="71374" y="33909"/>
                    <a:pt x="33909" y="70866"/>
                    <a:pt x="33909" y="114554"/>
                  </a:cubicBezTo>
                  <a:close/>
                </a:path>
              </a:pathLst>
            </a:custGeom>
            <a:solidFill>
              <a:srgbClr val="7A5C1E">
                <a:alpha val="67059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941564" y="6309360"/>
            <a:ext cx="585216" cy="402336"/>
            <a:chOff x="0" y="0"/>
            <a:chExt cx="780288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58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94944" y="6912864"/>
            <a:ext cx="1682496" cy="475488"/>
            <a:chOff x="0" y="0"/>
            <a:chExt cx="2243328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anger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74471" y="6900167"/>
            <a:ext cx="3939035" cy="464315"/>
            <a:chOff x="0" y="0"/>
            <a:chExt cx="5252047" cy="61908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5218176" cy="585216"/>
            </a:xfrm>
            <a:custGeom>
              <a:avLst/>
              <a:gdLst/>
              <a:ahLst/>
              <a:cxnLst/>
              <a:rect r="r" b="b" t="t" l="l"/>
              <a:pathLst>
                <a:path h="585216" w="5218176">
                  <a:moveTo>
                    <a:pt x="0" y="97536"/>
                  </a:moveTo>
                  <a:cubicBezTo>
                    <a:pt x="0" y="43688"/>
                    <a:pt x="45847" y="0"/>
                    <a:pt x="102489" y="0"/>
                  </a:cubicBezTo>
                  <a:lnTo>
                    <a:pt x="5115687" y="0"/>
                  </a:lnTo>
                  <a:cubicBezTo>
                    <a:pt x="5172329" y="0"/>
                    <a:pt x="5218176" y="43688"/>
                    <a:pt x="5218176" y="97536"/>
                  </a:cubicBezTo>
                  <a:lnTo>
                    <a:pt x="5218176" y="487680"/>
                  </a:lnTo>
                  <a:cubicBezTo>
                    <a:pt x="5218176" y="541528"/>
                    <a:pt x="5172329" y="585216"/>
                    <a:pt x="5115687" y="585216"/>
                  </a:cubicBezTo>
                  <a:lnTo>
                    <a:pt x="102616" y="585216"/>
                  </a:lnTo>
                  <a:cubicBezTo>
                    <a:pt x="45974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7A5C1E">
                <a:alpha val="52941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252085" cy="618998"/>
            </a:xfrm>
            <a:custGeom>
              <a:avLst/>
              <a:gdLst/>
              <a:ahLst/>
              <a:cxnLst/>
              <a:rect r="r" b="b" t="t" l="l"/>
              <a:pathLst>
                <a:path h="618998" w="5252085">
                  <a:moveTo>
                    <a:pt x="0" y="114427"/>
                  </a:moveTo>
                  <a:cubicBezTo>
                    <a:pt x="0" y="50419"/>
                    <a:pt x="54229" y="0"/>
                    <a:pt x="119507" y="0"/>
                  </a:cubicBezTo>
                  <a:lnTo>
                    <a:pt x="5132578" y="0"/>
                  </a:lnTo>
                  <a:lnTo>
                    <a:pt x="5132578" y="16891"/>
                  </a:lnTo>
                  <a:lnTo>
                    <a:pt x="5132578" y="0"/>
                  </a:lnTo>
                  <a:cubicBezTo>
                    <a:pt x="5197729" y="0"/>
                    <a:pt x="5252085" y="50419"/>
                    <a:pt x="5252085" y="114427"/>
                  </a:cubicBezTo>
                  <a:lnTo>
                    <a:pt x="5235194" y="114427"/>
                  </a:lnTo>
                  <a:lnTo>
                    <a:pt x="5252085" y="114427"/>
                  </a:lnTo>
                  <a:lnTo>
                    <a:pt x="5252085" y="504571"/>
                  </a:lnTo>
                  <a:lnTo>
                    <a:pt x="5235194" y="504571"/>
                  </a:lnTo>
                  <a:lnTo>
                    <a:pt x="5252085" y="504571"/>
                  </a:lnTo>
                  <a:cubicBezTo>
                    <a:pt x="5252085" y="568579"/>
                    <a:pt x="5197856" y="618998"/>
                    <a:pt x="5132578" y="618998"/>
                  </a:cubicBezTo>
                  <a:lnTo>
                    <a:pt x="5132578" y="602107"/>
                  </a:lnTo>
                  <a:lnTo>
                    <a:pt x="5132578" y="618998"/>
                  </a:lnTo>
                  <a:lnTo>
                    <a:pt x="119507" y="618998"/>
                  </a:lnTo>
                  <a:lnTo>
                    <a:pt x="119507" y="602107"/>
                  </a:lnTo>
                  <a:lnTo>
                    <a:pt x="119507" y="618998"/>
                  </a:lnTo>
                  <a:cubicBezTo>
                    <a:pt x="54229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259"/>
                    <a:pt x="71374" y="585216"/>
                    <a:pt x="119507" y="585216"/>
                  </a:cubicBezTo>
                  <a:lnTo>
                    <a:pt x="5132578" y="585216"/>
                  </a:lnTo>
                  <a:cubicBezTo>
                    <a:pt x="5180711" y="585216"/>
                    <a:pt x="5218176" y="548386"/>
                    <a:pt x="5218176" y="504571"/>
                  </a:cubicBezTo>
                  <a:lnTo>
                    <a:pt x="5218176" y="114427"/>
                  </a:lnTo>
                  <a:cubicBezTo>
                    <a:pt x="5218176" y="70739"/>
                    <a:pt x="5180711" y="33782"/>
                    <a:pt x="5132578" y="33782"/>
                  </a:cubicBezTo>
                  <a:lnTo>
                    <a:pt x="119507" y="33782"/>
                  </a:lnTo>
                  <a:lnTo>
                    <a:pt x="119507" y="16891"/>
                  </a:lnTo>
                  <a:lnTo>
                    <a:pt x="119507" y="33909"/>
                  </a:lnTo>
                  <a:cubicBezTo>
                    <a:pt x="71374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7A5C1E">
                <a:alpha val="52941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473952" y="6931152"/>
            <a:ext cx="585216" cy="402336"/>
            <a:chOff x="0" y="0"/>
            <a:chExt cx="780288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42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94944" y="7534656"/>
            <a:ext cx="1682496" cy="475488"/>
            <a:chOff x="0" y="0"/>
            <a:chExt cx="2243328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neutral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2474471" y="7521959"/>
            <a:ext cx="2569264" cy="464315"/>
            <a:chOff x="0" y="0"/>
            <a:chExt cx="3425685" cy="61908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3391789" cy="585216"/>
            </a:xfrm>
            <a:custGeom>
              <a:avLst/>
              <a:gdLst/>
              <a:ahLst/>
              <a:cxnLst/>
              <a:rect r="r" b="b" t="t" l="l"/>
              <a:pathLst>
                <a:path h="585216" w="3391789">
                  <a:moveTo>
                    <a:pt x="0" y="97536"/>
                  </a:moveTo>
                  <a:cubicBezTo>
                    <a:pt x="0" y="43688"/>
                    <a:pt x="45720" y="0"/>
                    <a:pt x="102108" y="0"/>
                  </a:cubicBezTo>
                  <a:lnTo>
                    <a:pt x="3289681" y="0"/>
                  </a:lnTo>
                  <a:cubicBezTo>
                    <a:pt x="3346069" y="0"/>
                    <a:pt x="3391789" y="43688"/>
                    <a:pt x="3391789" y="97536"/>
                  </a:cubicBezTo>
                  <a:lnTo>
                    <a:pt x="3391789" y="487680"/>
                  </a:lnTo>
                  <a:cubicBezTo>
                    <a:pt x="3391789" y="541528"/>
                    <a:pt x="3346069" y="585216"/>
                    <a:pt x="3289681" y="585216"/>
                  </a:cubicBezTo>
                  <a:lnTo>
                    <a:pt x="102235" y="585216"/>
                  </a:lnTo>
                  <a:cubicBezTo>
                    <a:pt x="45847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7A5C1E">
                <a:alpha val="40784"/>
              </a:srgbClr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25698" cy="618998"/>
            </a:xfrm>
            <a:custGeom>
              <a:avLst/>
              <a:gdLst/>
              <a:ahLst/>
              <a:cxnLst/>
              <a:rect r="r" b="b" t="t" l="l"/>
              <a:pathLst>
                <a:path h="618998" w="3425698">
                  <a:moveTo>
                    <a:pt x="0" y="114427"/>
                  </a:moveTo>
                  <a:cubicBezTo>
                    <a:pt x="0" y="50546"/>
                    <a:pt x="54102" y="0"/>
                    <a:pt x="119126" y="0"/>
                  </a:cubicBezTo>
                  <a:lnTo>
                    <a:pt x="3306572" y="0"/>
                  </a:lnTo>
                  <a:lnTo>
                    <a:pt x="3306572" y="16891"/>
                  </a:lnTo>
                  <a:lnTo>
                    <a:pt x="3306572" y="0"/>
                  </a:lnTo>
                  <a:cubicBezTo>
                    <a:pt x="3371596" y="0"/>
                    <a:pt x="3425698" y="50546"/>
                    <a:pt x="3425698" y="114427"/>
                  </a:cubicBezTo>
                  <a:lnTo>
                    <a:pt x="3408807" y="114427"/>
                  </a:lnTo>
                  <a:lnTo>
                    <a:pt x="3425698" y="114427"/>
                  </a:lnTo>
                  <a:lnTo>
                    <a:pt x="3425698" y="504571"/>
                  </a:lnTo>
                  <a:lnTo>
                    <a:pt x="3408807" y="504571"/>
                  </a:lnTo>
                  <a:lnTo>
                    <a:pt x="3425698" y="504571"/>
                  </a:lnTo>
                  <a:cubicBezTo>
                    <a:pt x="3425698" y="568579"/>
                    <a:pt x="3371596" y="618998"/>
                    <a:pt x="3306572" y="618998"/>
                  </a:cubicBezTo>
                  <a:lnTo>
                    <a:pt x="3306572" y="602107"/>
                  </a:lnTo>
                  <a:lnTo>
                    <a:pt x="3306572" y="618998"/>
                  </a:lnTo>
                  <a:lnTo>
                    <a:pt x="119126" y="618998"/>
                  </a:lnTo>
                  <a:lnTo>
                    <a:pt x="119126" y="602107"/>
                  </a:lnTo>
                  <a:lnTo>
                    <a:pt x="119126" y="618998"/>
                  </a:lnTo>
                  <a:cubicBezTo>
                    <a:pt x="54102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386"/>
                    <a:pt x="71374" y="585216"/>
                    <a:pt x="119126" y="585216"/>
                  </a:cubicBezTo>
                  <a:lnTo>
                    <a:pt x="3306572" y="585216"/>
                  </a:lnTo>
                  <a:cubicBezTo>
                    <a:pt x="3354451" y="585216"/>
                    <a:pt x="3391789" y="548386"/>
                    <a:pt x="3391789" y="504571"/>
                  </a:cubicBezTo>
                  <a:lnTo>
                    <a:pt x="3391789" y="114427"/>
                  </a:lnTo>
                  <a:cubicBezTo>
                    <a:pt x="3391789" y="70612"/>
                    <a:pt x="3354324" y="33782"/>
                    <a:pt x="3306572" y="33782"/>
                  </a:cubicBezTo>
                  <a:lnTo>
                    <a:pt x="119126" y="33782"/>
                  </a:lnTo>
                  <a:lnTo>
                    <a:pt x="119126" y="16891"/>
                  </a:lnTo>
                  <a:lnTo>
                    <a:pt x="119126" y="33909"/>
                  </a:lnTo>
                  <a:cubicBezTo>
                    <a:pt x="71247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7A5C1E">
                <a:alpha val="40784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104181" y="7552944"/>
            <a:ext cx="585216" cy="402336"/>
            <a:chOff x="0" y="0"/>
            <a:chExt cx="780288" cy="5364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94944" y="8156448"/>
            <a:ext cx="1682496" cy="475488"/>
            <a:chOff x="0" y="0"/>
            <a:chExt cx="2243328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surprise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2474471" y="8143751"/>
            <a:ext cx="1297334" cy="464315"/>
            <a:chOff x="0" y="0"/>
            <a:chExt cx="1729778" cy="61908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695958" cy="585216"/>
            </a:xfrm>
            <a:custGeom>
              <a:avLst/>
              <a:gdLst/>
              <a:ahLst/>
              <a:cxnLst/>
              <a:rect r="r" b="b" t="t" l="l"/>
              <a:pathLst>
                <a:path h="585216" w="1695958">
                  <a:moveTo>
                    <a:pt x="0" y="97536"/>
                  </a:moveTo>
                  <a:cubicBezTo>
                    <a:pt x="0" y="43688"/>
                    <a:pt x="45339" y="0"/>
                    <a:pt x="101219" y="0"/>
                  </a:cubicBezTo>
                  <a:lnTo>
                    <a:pt x="1594739" y="0"/>
                  </a:lnTo>
                  <a:cubicBezTo>
                    <a:pt x="1650619" y="0"/>
                    <a:pt x="1695958" y="43688"/>
                    <a:pt x="1695958" y="97536"/>
                  </a:cubicBezTo>
                  <a:lnTo>
                    <a:pt x="1695958" y="487680"/>
                  </a:lnTo>
                  <a:cubicBezTo>
                    <a:pt x="1695958" y="541528"/>
                    <a:pt x="1650619" y="585216"/>
                    <a:pt x="1594739" y="585216"/>
                  </a:cubicBezTo>
                  <a:lnTo>
                    <a:pt x="101219" y="585216"/>
                  </a:lnTo>
                  <a:cubicBezTo>
                    <a:pt x="45339" y="585216"/>
                    <a:pt x="0" y="541528"/>
                    <a:pt x="0" y="487680"/>
                  </a:cubicBezTo>
                  <a:close/>
                </a:path>
              </a:pathLst>
            </a:custGeom>
            <a:solidFill>
              <a:srgbClr val="7A5C1E">
                <a:alpha val="30196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29740" cy="618998"/>
            </a:xfrm>
            <a:custGeom>
              <a:avLst/>
              <a:gdLst/>
              <a:ahLst/>
              <a:cxnLst/>
              <a:rect r="r" b="b" t="t" l="l"/>
              <a:pathLst>
                <a:path h="618998" w="1729740">
                  <a:moveTo>
                    <a:pt x="0" y="114427"/>
                  </a:moveTo>
                  <a:cubicBezTo>
                    <a:pt x="0" y="50673"/>
                    <a:pt x="53467" y="0"/>
                    <a:pt x="118110" y="0"/>
                  </a:cubicBezTo>
                  <a:lnTo>
                    <a:pt x="1611630" y="0"/>
                  </a:lnTo>
                  <a:lnTo>
                    <a:pt x="1611630" y="16891"/>
                  </a:lnTo>
                  <a:lnTo>
                    <a:pt x="1611630" y="0"/>
                  </a:lnTo>
                  <a:cubicBezTo>
                    <a:pt x="1676273" y="0"/>
                    <a:pt x="1729740" y="50673"/>
                    <a:pt x="1729740" y="114427"/>
                  </a:cubicBezTo>
                  <a:lnTo>
                    <a:pt x="1712849" y="114427"/>
                  </a:lnTo>
                  <a:lnTo>
                    <a:pt x="1729740" y="114427"/>
                  </a:lnTo>
                  <a:lnTo>
                    <a:pt x="1729740" y="504571"/>
                  </a:lnTo>
                  <a:lnTo>
                    <a:pt x="1712849" y="504571"/>
                  </a:lnTo>
                  <a:lnTo>
                    <a:pt x="1729740" y="504571"/>
                  </a:lnTo>
                  <a:cubicBezTo>
                    <a:pt x="1729740" y="568325"/>
                    <a:pt x="1676273" y="618998"/>
                    <a:pt x="1611630" y="618998"/>
                  </a:cubicBezTo>
                  <a:lnTo>
                    <a:pt x="1611630" y="602107"/>
                  </a:lnTo>
                  <a:lnTo>
                    <a:pt x="1611630" y="618998"/>
                  </a:lnTo>
                  <a:lnTo>
                    <a:pt x="118110" y="618998"/>
                  </a:lnTo>
                  <a:lnTo>
                    <a:pt x="118110" y="602107"/>
                  </a:lnTo>
                  <a:lnTo>
                    <a:pt x="118110" y="618998"/>
                  </a:lnTo>
                  <a:cubicBezTo>
                    <a:pt x="53467" y="618998"/>
                    <a:pt x="0" y="568325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513"/>
                    <a:pt x="70993" y="585216"/>
                    <a:pt x="118110" y="585216"/>
                  </a:cubicBezTo>
                  <a:lnTo>
                    <a:pt x="1611630" y="585216"/>
                  </a:lnTo>
                  <a:cubicBezTo>
                    <a:pt x="1658747" y="585216"/>
                    <a:pt x="1695831" y="548513"/>
                    <a:pt x="1695831" y="504571"/>
                  </a:cubicBezTo>
                  <a:lnTo>
                    <a:pt x="1695831" y="114427"/>
                  </a:lnTo>
                  <a:cubicBezTo>
                    <a:pt x="1695831" y="70485"/>
                    <a:pt x="1658747" y="33782"/>
                    <a:pt x="1611630" y="33782"/>
                  </a:cubicBezTo>
                  <a:lnTo>
                    <a:pt x="118110" y="33782"/>
                  </a:lnTo>
                  <a:lnTo>
                    <a:pt x="118110" y="16891"/>
                  </a:lnTo>
                  <a:lnTo>
                    <a:pt x="118110" y="33909"/>
                  </a:lnTo>
                  <a:cubicBezTo>
                    <a:pt x="70993" y="33909"/>
                    <a:pt x="33909" y="70612"/>
                    <a:pt x="33909" y="114554"/>
                  </a:cubicBezTo>
                  <a:close/>
                </a:path>
              </a:pathLst>
            </a:custGeom>
            <a:solidFill>
              <a:srgbClr val="7A5C1E">
                <a:alpha val="30196"/>
              </a:srgbClr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3832250" y="8174736"/>
            <a:ext cx="585216" cy="402336"/>
            <a:chOff x="0" y="0"/>
            <a:chExt cx="780288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94944" y="8778240"/>
            <a:ext cx="1682496" cy="475488"/>
            <a:chOff x="0" y="0"/>
            <a:chExt cx="2243328" cy="63398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43328" cy="633984"/>
            </a:xfrm>
            <a:custGeom>
              <a:avLst/>
              <a:gdLst/>
              <a:ahLst/>
              <a:cxnLst/>
              <a:rect r="r" b="b" t="t" l="l"/>
              <a:pathLst>
                <a:path h="633984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7" r="0" b="-1894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2243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disgust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2474471" y="8765543"/>
            <a:ext cx="808130" cy="464315"/>
            <a:chOff x="0" y="0"/>
            <a:chExt cx="1077506" cy="61908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043686" cy="585216"/>
            </a:xfrm>
            <a:custGeom>
              <a:avLst/>
              <a:gdLst/>
              <a:ahLst/>
              <a:cxnLst/>
              <a:rect r="r" b="b" t="t" l="l"/>
              <a:pathLst>
                <a:path h="585216" w="1043686">
                  <a:moveTo>
                    <a:pt x="0" y="97536"/>
                  </a:moveTo>
                  <a:cubicBezTo>
                    <a:pt x="0" y="43688"/>
                    <a:pt x="44704" y="0"/>
                    <a:pt x="99949" y="0"/>
                  </a:cubicBezTo>
                  <a:lnTo>
                    <a:pt x="943737" y="0"/>
                  </a:lnTo>
                  <a:cubicBezTo>
                    <a:pt x="998982" y="0"/>
                    <a:pt x="1043686" y="43688"/>
                    <a:pt x="1043686" y="97536"/>
                  </a:cubicBezTo>
                  <a:lnTo>
                    <a:pt x="1043686" y="487680"/>
                  </a:lnTo>
                  <a:cubicBezTo>
                    <a:pt x="1043686" y="541528"/>
                    <a:pt x="998982" y="585216"/>
                    <a:pt x="943737" y="585216"/>
                  </a:cubicBezTo>
                  <a:lnTo>
                    <a:pt x="99949" y="585216"/>
                  </a:lnTo>
                  <a:cubicBezTo>
                    <a:pt x="44704" y="585216"/>
                    <a:pt x="0" y="541528"/>
                    <a:pt x="0" y="487680"/>
                  </a:cubicBezTo>
                  <a:close/>
                </a:path>
              </a:pathLst>
            </a:custGeom>
            <a:solidFill>
              <a:srgbClr val="7A5C1E">
                <a:alpha val="20784"/>
              </a:srgbClr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77468" cy="618998"/>
            </a:xfrm>
            <a:custGeom>
              <a:avLst/>
              <a:gdLst/>
              <a:ahLst/>
              <a:cxnLst/>
              <a:rect r="r" b="b" t="t" l="l"/>
              <a:pathLst>
                <a:path h="618998" w="1077468">
                  <a:moveTo>
                    <a:pt x="0" y="114427"/>
                  </a:moveTo>
                  <a:cubicBezTo>
                    <a:pt x="0" y="50927"/>
                    <a:pt x="52705" y="0"/>
                    <a:pt x="116840" y="0"/>
                  </a:cubicBezTo>
                  <a:lnTo>
                    <a:pt x="960628" y="0"/>
                  </a:lnTo>
                  <a:lnTo>
                    <a:pt x="960628" y="16891"/>
                  </a:lnTo>
                  <a:lnTo>
                    <a:pt x="960628" y="0"/>
                  </a:lnTo>
                  <a:cubicBezTo>
                    <a:pt x="1024763" y="0"/>
                    <a:pt x="1077468" y="50927"/>
                    <a:pt x="1077468" y="114427"/>
                  </a:cubicBezTo>
                  <a:lnTo>
                    <a:pt x="1060577" y="114427"/>
                  </a:lnTo>
                  <a:lnTo>
                    <a:pt x="1077468" y="114427"/>
                  </a:lnTo>
                  <a:lnTo>
                    <a:pt x="1077468" y="504571"/>
                  </a:lnTo>
                  <a:lnTo>
                    <a:pt x="1060577" y="504571"/>
                  </a:lnTo>
                  <a:lnTo>
                    <a:pt x="1077468" y="504571"/>
                  </a:lnTo>
                  <a:cubicBezTo>
                    <a:pt x="1077468" y="568198"/>
                    <a:pt x="1024763" y="618998"/>
                    <a:pt x="960628" y="618998"/>
                  </a:cubicBezTo>
                  <a:lnTo>
                    <a:pt x="960628" y="602107"/>
                  </a:lnTo>
                  <a:lnTo>
                    <a:pt x="960628" y="618998"/>
                  </a:lnTo>
                  <a:lnTo>
                    <a:pt x="116840" y="618998"/>
                  </a:lnTo>
                  <a:lnTo>
                    <a:pt x="116840" y="602107"/>
                  </a:lnTo>
                  <a:lnTo>
                    <a:pt x="116840" y="618998"/>
                  </a:lnTo>
                  <a:cubicBezTo>
                    <a:pt x="52705" y="618998"/>
                    <a:pt x="0" y="568071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640"/>
                    <a:pt x="70739" y="585216"/>
                    <a:pt x="116967" y="585216"/>
                  </a:cubicBezTo>
                  <a:lnTo>
                    <a:pt x="960628" y="585216"/>
                  </a:lnTo>
                  <a:cubicBezTo>
                    <a:pt x="1006856" y="585216"/>
                    <a:pt x="1043686" y="548767"/>
                    <a:pt x="1043686" y="504571"/>
                  </a:cubicBezTo>
                  <a:lnTo>
                    <a:pt x="1043686" y="114427"/>
                  </a:lnTo>
                  <a:cubicBezTo>
                    <a:pt x="1043686" y="70358"/>
                    <a:pt x="1006856" y="33782"/>
                    <a:pt x="960628" y="33782"/>
                  </a:cubicBezTo>
                  <a:lnTo>
                    <a:pt x="116840" y="33782"/>
                  </a:lnTo>
                  <a:lnTo>
                    <a:pt x="116840" y="16891"/>
                  </a:lnTo>
                  <a:lnTo>
                    <a:pt x="116840" y="33909"/>
                  </a:lnTo>
                  <a:cubicBezTo>
                    <a:pt x="70612" y="33909"/>
                    <a:pt x="33782" y="70358"/>
                    <a:pt x="33782" y="114554"/>
                  </a:cubicBezTo>
                  <a:close/>
                </a:path>
              </a:pathLst>
            </a:custGeom>
            <a:solidFill>
              <a:srgbClr val="7A5C1E">
                <a:alpha val="20784"/>
              </a:srgbClr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3343046" y="8796528"/>
            <a:ext cx="585216" cy="402336"/>
            <a:chOff x="0" y="0"/>
            <a:chExt cx="780288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80288" cy="536448"/>
            </a:xfrm>
            <a:custGeom>
              <a:avLst/>
              <a:gdLst/>
              <a:ahLst/>
              <a:cxnLst/>
              <a:rect r="r" b="b" t="t" l="l"/>
              <a:pathLst>
                <a:path h="53644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8028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A5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690597" y="4272277"/>
            <a:ext cx="4220461" cy="5134861"/>
            <a:chOff x="0" y="0"/>
            <a:chExt cx="5627281" cy="684648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33909" y="33909"/>
              <a:ext cx="5559552" cy="6778753"/>
            </a:xfrm>
            <a:custGeom>
              <a:avLst/>
              <a:gdLst/>
              <a:ahLst/>
              <a:cxnLst/>
              <a:rect r="r" b="b" t="t" l="l"/>
              <a:pathLst>
                <a:path h="6778753" w="5559552">
                  <a:moveTo>
                    <a:pt x="0" y="293243"/>
                  </a:moveTo>
                  <a:cubicBezTo>
                    <a:pt x="0" y="131191"/>
                    <a:pt x="130937" y="0"/>
                    <a:pt x="292608" y="0"/>
                  </a:cubicBezTo>
                  <a:lnTo>
                    <a:pt x="5266944" y="0"/>
                  </a:lnTo>
                  <a:cubicBezTo>
                    <a:pt x="5428488" y="0"/>
                    <a:pt x="5559552" y="131318"/>
                    <a:pt x="5559552" y="293243"/>
                  </a:cubicBezTo>
                  <a:lnTo>
                    <a:pt x="5559552" y="6485509"/>
                  </a:lnTo>
                  <a:cubicBezTo>
                    <a:pt x="5559552" y="6647434"/>
                    <a:pt x="5428488" y="6778753"/>
                    <a:pt x="5266944" y="6778753"/>
                  </a:cubicBezTo>
                  <a:lnTo>
                    <a:pt x="292608" y="6778753"/>
                  </a:lnTo>
                  <a:cubicBezTo>
                    <a:pt x="131064" y="6778753"/>
                    <a:pt x="0" y="6647434"/>
                    <a:pt x="0" y="6485509"/>
                  </a:cubicBezTo>
                  <a:close/>
                </a:path>
              </a:pathLst>
            </a:custGeom>
            <a:solidFill>
              <a:srgbClr val="F0FDF9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627370" cy="6846570"/>
            </a:xfrm>
            <a:custGeom>
              <a:avLst/>
              <a:gdLst/>
              <a:ahLst/>
              <a:cxnLst/>
              <a:rect r="r" b="b" t="t" l="l"/>
              <a:pathLst>
                <a:path h="6846570" w="5627370">
                  <a:moveTo>
                    <a:pt x="0" y="327152"/>
                  </a:moveTo>
                  <a:cubicBezTo>
                    <a:pt x="0" y="146558"/>
                    <a:pt x="146050" y="0"/>
                    <a:pt x="326517" y="0"/>
                  </a:cubicBezTo>
                  <a:lnTo>
                    <a:pt x="5300853" y="0"/>
                  </a:lnTo>
                  <a:lnTo>
                    <a:pt x="5300853" y="33909"/>
                  </a:lnTo>
                  <a:lnTo>
                    <a:pt x="5300853" y="0"/>
                  </a:lnTo>
                  <a:cubicBezTo>
                    <a:pt x="5481193" y="0"/>
                    <a:pt x="5627370" y="146558"/>
                    <a:pt x="5627370" y="327152"/>
                  </a:cubicBezTo>
                  <a:lnTo>
                    <a:pt x="5593461" y="327152"/>
                  </a:lnTo>
                  <a:lnTo>
                    <a:pt x="5627370" y="327152"/>
                  </a:lnTo>
                  <a:lnTo>
                    <a:pt x="5627370" y="6519418"/>
                  </a:lnTo>
                  <a:lnTo>
                    <a:pt x="5593461" y="6519418"/>
                  </a:lnTo>
                  <a:lnTo>
                    <a:pt x="5627370" y="6519418"/>
                  </a:lnTo>
                  <a:cubicBezTo>
                    <a:pt x="5627370" y="6700012"/>
                    <a:pt x="5481320" y="6846570"/>
                    <a:pt x="5300853" y="6846570"/>
                  </a:cubicBezTo>
                  <a:lnTo>
                    <a:pt x="5300853" y="6812662"/>
                  </a:lnTo>
                  <a:lnTo>
                    <a:pt x="5300853" y="6846570"/>
                  </a:lnTo>
                  <a:lnTo>
                    <a:pt x="326517" y="6846570"/>
                  </a:lnTo>
                  <a:lnTo>
                    <a:pt x="326517" y="6812662"/>
                  </a:lnTo>
                  <a:lnTo>
                    <a:pt x="326517" y="6846570"/>
                  </a:lnTo>
                  <a:cubicBezTo>
                    <a:pt x="146050" y="6846443"/>
                    <a:pt x="0" y="6700012"/>
                    <a:pt x="0" y="6519418"/>
                  </a:cubicBezTo>
                  <a:lnTo>
                    <a:pt x="0" y="327152"/>
                  </a:lnTo>
                  <a:lnTo>
                    <a:pt x="33909" y="327152"/>
                  </a:lnTo>
                  <a:lnTo>
                    <a:pt x="0" y="327152"/>
                  </a:lnTo>
                  <a:moveTo>
                    <a:pt x="67691" y="327152"/>
                  </a:moveTo>
                  <a:lnTo>
                    <a:pt x="67691" y="6519418"/>
                  </a:lnTo>
                  <a:lnTo>
                    <a:pt x="33909" y="6519418"/>
                  </a:lnTo>
                  <a:lnTo>
                    <a:pt x="67691" y="6519418"/>
                  </a:lnTo>
                  <a:cubicBezTo>
                    <a:pt x="67691" y="6662675"/>
                    <a:pt x="183642" y="6778752"/>
                    <a:pt x="326390" y="6778752"/>
                  </a:cubicBezTo>
                  <a:lnTo>
                    <a:pt x="5300853" y="6778752"/>
                  </a:lnTo>
                  <a:cubicBezTo>
                    <a:pt x="5443728" y="6778752"/>
                    <a:pt x="5559552" y="6662675"/>
                    <a:pt x="5559552" y="6519418"/>
                  </a:cubicBezTo>
                  <a:lnTo>
                    <a:pt x="5559552" y="327152"/>
                  </a:lnTo>
                  <a:cubicBezTo>
                    <a:pt x="5559552" y="183896"/>
                    <a:pt x="5443601" y="67818"/>
                    <a:pt x="5300853" y="67818"/>
                  </a:cubicBezTo>
                  <a:lnTo>
                    <a:pt x="326517" y="67818"/>
                  </a:lnTo>
                  <a:lnTo>
                    <a:pt x="326517" y="33909"/>
                  </a:lnTo>
                  <a:lnTo>
                    <a:pt x="326517" y="67691"/>
                  </a:lnTo>
                  <a:cubicBezTo>
                    <a:pt x="183642" y="67691"/>
                    <a:pt x="67818" y="183769"/>
                    <a:pt x="67818" y="32702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3898880" y="4535424"/>
            <a:ext cx="3803904" cy="548640"/>
            <a:chOff x="0" y="0"/>
            <a:chExt cx="5071872" cy="7315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071872" cy="731520"/>
            </a:xfrm>
            <a:custGeom>
              <a:avLst/>
              <a:gdLst/>
              <a:ahLst/>
              <a:cxnLst/>
              <a:rect r="r" b="b" t="t" l="l"/>
              <a:pathLst>
                <a:path h="73152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096" r="0" b="-8509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50718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Consistency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898880" y="5157216"/>
            <a:ext cx="3803904" cy="694944"/>
            <a:chOff x="0" y="0"/>
            <a:chExt cx="5071872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071872" cy="926592"/>
            </a:xfrm>
            <a:custGeom>
              <a:avLst/>
              <a:gdLst/>
              <a:ahLst/>
              <a:cxnLst/>
              <a:rect r="r" b="b" t="t" l="l"/>
              <a:pathLst>
                <a:path h="92659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07187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chapter — 3 formats after normalization: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886183" y="5985767"/>
            <a:ext cx="3829307" cy="610619"/>
            <a:chOff x="0" y="0"/>
            <a:chExt cx="5105743" cy="81415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5071872" cy="780288"/>
            </a:xfrm>
            <a:custGeom>
              <a:avLst/>
              <a:gdLst/>
              <a:ahLst/>
              <a:cxnLst/>
              <a:rect r="r" b="b" t="t" l="l"/>
              <a:pathLst>
                <a:path h="78028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105654" cy="814072"/>
            </a:xfrm>
            <a:custGeom>
              <a:avLst/>
              <a:gdLst/>
              <a:ahLst/>
              <a:cxnLst/>
              <a:rect r="r" b="b" t="t" l="l"/>
              <a:pathLst>
                <a:path h="814072" w="5105654">
                  <a:moveTo>
                    <a:pt x="16891" y="0"/>
                  </a:moveTo>
                  <a:lnTo>
                    <a:pt x="5088763" y="0"/>
                  </a:lnTo>
                  <a:cubicBezTo>
                    <a:pt x="5098161" y="0"/>
                    <a:pt x="5105654" y="7620"/>
                    <a:pt x="5105654" y="16891"/>
                  </a:cubicBezTo>
                  <a:lnTo>
                    <a:pt x="5105654" y="797179"/>
                  </a:lnTo>
                  <a:cubicBezTo>
                    <a:pt x="5105654" y="806577"/>
                    <a:pt x="5098034" y="814070"/>
                    <a:pt x="5088763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88763" y="780288"/>
                  </a:lnTo>
                  <a:lnTo>
                    <a:pt x="5088763" y="797179"/>
                  </a:lnTo>
                  <a:lnTo>
                    <a:pt x="5071872" y="797179"/>
                  </a:lnTo>
                  <a:lnTo>
                    <a:pt x="5071872" y="16891"/>
                  </a:lnTo>
                  <a:lnTo>
                    <a:pt x="5088763" y="16891"/>
                  </a:lnTo>
                  <a:lnTo>
                    <a:pt x="5088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3990320" y="6035040"/>
            <a:ext cx="2011680" cy="475488"/>
            <a:chOff x="0" y="0"/>
            <a:chExt cx="2682240" cy="6339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2682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TXT → norm.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6002000" y="6035040"/>
            <a:ext cx="768096" cy="475488"/>
            <a:chOff x="0" y="0"/>
            <a:chExt cx="1024128" cy="63398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4128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024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+0.42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886183" y="6680711"/>
            <a:ext cx="3829307" cy="610619"/>
            <a:chOff x="0" y="0"/>
            <a:chExt cx="5105743" cy="81415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5071872" cy="780288"/>
            </a:xfrm>
            <a:custGeom>
              <a:avLst/>
              <a:gdLst/>
              <a:ahLst/>
              <a:cxnLst/>
              <a:rect r="r" b="b" t="t" l="l"/>
              <a:pathLst>
                <a:path h="78028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0FDF9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105654" cy="814072"/>
            </a:xfrm>
            <a:custGeom>
              <a:avLst/>
              <a:gdLst/>
              <a:ahLst/>
              <a:cxnLst/>
              <a:rect r="r" b="b" t="t" l="l"/>
              <a:pathLst>
                <a:path h="814072" w="5105654">
                  <a:moveTo>
                    <a:pt x="16891" y="0"/>
                  </a:moveTo>
                  <a:lnTo>
                    <a:pt x="5088763" y="0"/>
                  </a:lnTo>
                  <a:cubicBezTo>
                    <a:pt x="5098161" y="0"/>
                    <a:pt x="5105654" y="7620"/>
                    <a:pt x="5105654" y="16891"/>
                  </a:cubicBezTo>
                  <a:lnTo>
                    <a:pt x="5105654" y="797179"/>
                  </a:lnTo>
                  <a:cubicBezTo>
                    <a:pt x="5105654" y="806577"/>
                    <a:pt x="5098034" y="814070"/>
                    <a:pt x="5088763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88763" y="780288"/>
                  </a:lnTo>
                  <a:lnTo>
                    <a:pt x="5088763" y="797179"/>
                  </a:lnTo>
                  <a:lnTo>
                    <a:pt x="5071872" y="797179"/>
                  </a:lnTo>
                  <a:lnTo>
                    <a:pt x="5071872" y="16891"/>
                  </a:lnTo>
                  <a:lnTo>
                    <a:pt x="5088763" y="16891"/>
                  </a:lnTo>
                  <a:lnTo>
                    <a:pt x="5088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990320" y="6729984"/>
            <a:ext cx="2011680" cy="475488"/>
            <a:chOff x="0" y="0"/>
            <a:chExt cx="2682240" cy="63398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2682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PDF → norm.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002000" y="6729984"/>
            <a:ext cx="768096" cy="475488"/>
            <a:chOff x="0" y="0"/>
            <a:chExt cx="1024128" cy="63398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024128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1024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+0.41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886183" y="7375655"/>
            <a:ext cx="3829307" cy="610619"/>
            <a:chOff x="0" y="0"/>
            <a:chExt cx="5105743" cy="81415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5071872" cy="780288"/>
            </a:xfrm>
            <a:custGeom>
              <a:avLst/>
              <a:gdLst/>
              <a:ahLst/>
              <a:cxnLst/>
              <a:rect r="r" b="b" t="t" l="l"/>
              <a:pathLst>
                <a:path h="780288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105654" cy="814072"/>
            </a:xfrm>
            <a:custGeom>
              <a:avLst/>
              <a:gdLst/>
              <a:ahLst/>
              <a:cxnLst/>
              <a:rect r="r" b="b" t="t" l="l"/>
              <a:pathLst>
                <a:path h="814072" w="5105654">
                  <a:moveTo>
                    <a:pt x="16891" y="0"/>
                  </a:moveTo>
                  <a:lnTo>
                    <a:pt x="5088763" y="0"/>
                  </a:lnTo>
                  <a:cubicBezTo>
                    <a:pt x="5098161" y="0"/>
                    <a:pt x="5105654" y="7620"/>
                    <a:pt x="5105654" y="16891"/>
                  </a:cubicBezTo>
                  <a:lnTo>
                    <a:pt x="5105654" y="797179"/>
                  </a:lnTo>
                  <a:cubicBezTo>
                    <a:pt x="5105654" y="806577"/>
                    <a:pt x="5098034" y="814070"/>
                    <a:pt x="5088763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88763" y="780288"/>
                  </a:lnTo>
                  <a:lnTo>
                    <a:pt x="5088763" y="797179"/>
                  </a:lnTo>
                  <a:lnTo>
                    <a:pt x="5071872" y="797179"/>
                  </a:lnTo>
                  <a:lnTo>
                    <a:pt x="5071872" y="16891"/>
                  </a:lnTo>
                  <a:lnTo>
                    <a:pt x="5088763" y="16891"/>
                  </a:lnTo>
                  <a:lnTo>
                    <a:pt x="5088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990320" y="7424928"/>
            <a:ext cx="2011680" cy="475488"/>
            <a:chOff x="0" y="0"/>
            <a:chExt cx="2682240" cy="6339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682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IMG → norm.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6002000" y="7424928"/>
            <a:ext cx="768096" cy="475488"/>
            <a:chOff x="0" y="0"/>
            <a:chExt cx="1024128" cy="63398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024128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024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+0.40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886183" y="8143751"/>
            <a:ext cx="3792731" cy="939803"/>
            <a:chOff x="0" y="0"/>
            <a:chExt cx="5056975" cy="125307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0231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23104">
                  <a:moveTo>
                    <a:pt x="0" y="195072"/>
                  </a:moveTo>
                  <a:cubicBezTo>
                    <a:pt x="0" y="87376"/>
                    <a:pt x="89154" y="0"/>
                    <a:pt x="199136" y="0"/>
                  </a:cubicBezTo>
                  <a:lnTo>
                    <a:pt x="4823968" y="0"/>
                  </a:lnTo>
                  <a:cubicBezTo>
                    <a:pt x="4933950" y="0"/>
                    <a:pt x="5023104" y="87376"/>
                    <a:pt x="5023104" y="195072"/>
                  </a:cubicBezTo>
                  <a:lnTo>
                    <a:pt x="5023104" y="1024128"/>
                  </a:lnTo>
                  <a:cubicBezTo>
                    <a:pt x="5023104" y="1131824"/>
                    <a:pt x="4933950" y="1219200"/>
                    <a:pt x="4823968" y="1219200"/>
                  </a:cubicBezTo>
                  <a:lnTo>
                    <a:pt x="199136" y="1219200"/>
                  </a:lnTo>
                  <a:cubicBezTo>
                    <a:pt x="89154" y="1219200"/>
                    <a:pt x="0" y="1131824"/>
                    <a:pt x="0" y="1024128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056886" cy="1252982"/>
            </a:xfrm>
            <a:custGeom>
              <a:avLst/>
              <a:gdLst/>
              <a:ahLst/>
              <a:cxnLst/>
              <a:rect r="r" b="b" t="t" l="l"/>
              <a:pathLst>
                <a:path h="1252982" w="5056886">
                  <a:moveTo>
                    <a:pt x="0" y="211963"/>
                  </a:moveTo>
                  <a:cubicBezTo>
                    <a:pt x="0" y="94615"/>
                    <a:pt x="97028" y="0"/>
                    <a:pt x="216027" y="0"/>
                  </a:cubicBezTo>
                  <a:lnTo>
                    <a:pt x="4840859" y="0"/>
                  </a:lnTo>
                  <a:lnTo>
                    <a:pt x="4840859" y="16891"/>
                  </a:lnTo>
                  <a:lnTo>
                    <a:pt x="4840859" y="0"/>
                  </a:lnTo>
                  <a:cubicBezTo>
                    <a:pt x="4959858" y="0"/>
                    <a:pt x="5056886" y="94615"/>
                    <a:pt x="5056886" y="211963"/>
                  </a:cubicBezTo>
                  <a:lnTo>
                    <a:pt x="5039995" y="211963"/>
                  </a:lnTo>
                  <a:lnTo>
                    <a:pt x="5056886" y="211963"/>
                  </a:lnTo>
                  <a:lnTo>
                    <a:pt x="5056886" y="1041019"/>
                  </a:lnTo>
                  <a:lnTo>
                    <a:pt x="5039995" y="1041019"/>
                  </a:lnTo>
                  <a:lnTo>
                    <a:pt x="5056886" y="1041019"/>
                  </a:lnTo>
                  <a:cubicBezTo>
                    <a:pt x="5056886" y="1158494"/>
                    <a:pt x="4959858" y="1252982"/>
                    <a:pt x="4840859" y="1252982"/>
                  </a:cubicBezTo>
                  <a:lnTo>
                    <a:pt x="4840859" y="1236091"/>
                  </a:lnTo>
                  <a:lnTo>
                    <a:pt x="4840859" y="1252982"/>
                  </a:lnTo>
                  <a:lnTo>
                    <a:pt x="216027" y="1252982"/>
                  </a:lnTo>
                  <a:lnTo>
                    <a:pt x="216027" y="1236091"/>
                  </a:lnTo>
                  <a:lnTo>
                    <a:pt x="216027" y="1252982"/>
                  </a:lnTo>
                  <a:cubicBezTo>
                    <a:pt x="97028" y="1253109"/>
                    <a:pt x="0" y="1158494"/>
                    <a:pt x="0" y="104101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041019"/>
                  </a:lnTo>
                  <a:lnTo>
                    <a:pt x="16891" y="1041019"/>
                  </a:lnTo>
                  <a:lnTo>
                    <a:pt x="33909" y="1041019"/>
                  </a:lnTo>
                  <a:cubicBezTo>
                    <a:pt x="33909" y="1139063"/>
                    <a:pt x="115062" y="1219200"/>
                    <a:pt x="216027" y="1219200"/>
                  </a:cubicBezTo>
                  <a:lnTo>
                    <a:pt x="4840859" y="1219200"/>
                  </a:lnTo>
                  <a:cubicBezTo>
                    <a:pt x="4941824" y="1219200"/>
                    <a:pt x="5023104" y="1139063"/>
                    <a:pt x="5023104" y="1041019"/>
                  </a:cubicBezTo>
                  <a:lnTo>
                    <a:pt x="5023104" y="211963"/>
                  </a:lnTo>
                  <a:cubicBezTo>
                    <a:pt x="5023104" y="113919"/>
                    <a:pt x="4941824" y="33782"/>
                    <a:pt x="4840859" y="33782"/>
                  </a:cubicBezTo>
                  <a:lnTo>
                    <a:pt x="216027" y="33782"/>
                  </a:lnTo>
                  <a:lnTo>
                    <a:pt x="216027" y="16891"/>
                  </a:lnTo>
                  <a:lnTo>
                    <a:pt x="216027" y="33909"/>
                  </a:lnTo>
                  <a:cubicBezTo>
                    <a:pt x="115062" y="33909"/>
                    <a:pt x="33909" y="113919"/>
                    <a:pt x="33909" y="211963"/>
                  </a:cubicBezTo>
                  <a:close/>
                </a:path>
              </a:pathLst>
            </a:custGeom>
            <a:solidFill>
              <a:srgbClr val="86EFAC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990320" y="8193024"/>
            <a:ext cx="3584448" cy="841248"/>
            <a:chOff x="0" y="0"/>
            <a:chExt cx="4779264" cy="112166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7792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23" r="0" b="-33023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4779264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Variance &lt; 0.02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Effectively identical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Visualization Outputs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247" y="2145287"/>
            <a:ext cx="10486139" cy="6243323"/>
            <a:chOff x="0" y="0"/>
            <a:chExt cx="13981519" cy="8324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3947647" cy="8290560"/>
            </a:xfrm>
            <a:custGeom>
              <a:avLst/>
              <a:gdLst/>
              <a:ahLst/>
              <a:cxnLst/>
              <a:rect r="r" b="b" t="t" l="l"/>
              <a:pathLst>
                <a:path h="8290560" w="13947647">
                  <a:moveTo>
                    <a:pt x="0" y="243840"/>
                  </a:moveTo>
                  <a:cubicBezTo>
                    <a:pt x="0" y="109220"/>
                    <a:pt x="109347" y="0"/>
                    <a:pt x="244221" y="0"/>
                  </a:cubicBezTo>
                  <a:lnTo>
                    <a:pt x="13703427" y="0"/>
                  </a:lnTo>
                  <a:cubicBezTo>
                    <a:pt x="13838301" y="0"/>
                    <a:pt x="13947647" y="109220"/>
                    <a:pt x="13947647" y="243840"/>
                  </a:cubicBezTo>
                  <a:lnTo>
                    <a:pt x="13947647" y="8046721"/>
                  </a:lnTo>
                  <a:cubicBezTo>
                    <a:pt x="13947647" y="8181340"/>
                    <a:pt x="13838301" y="8290560"/>
                    <a:pt x="13703427" y="8290560"/>
                  </a:cubicBezTo>
                  <a:lnTo>
                    <a:pt x="244221" y="8290560"/>
                  </a:lnTo>
                  <a:cubicBezTo>
                    <a:pt x="109347" y="8290560"/>
                    <a:pt x="0" y="8181340"/>
                    <a:pt x="0" y="804672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81430" cy="8324342"/>
            </a:xfrm>
            <a:custGeom>
              <a:avLst/>
              <a:gdLst/>
              <a:ahLst/>
              <a:cxnLst/>
              <a:rect r="r" b="b" t="t" l="l"/>
              <a:pathLst>
                <a:path h="8324342" w="13981430">
                  <a:moveTo>
                    <a:pt x="0" y="260731"/>
                  </a:moveTo>
                  <a:cubicBezTo>
                    <a:pt x="0" y="116713"/>
                    <a:pt x="116967" y="0"/>
                    <a:pt x="261112" y="0"/>
                  </a:cubicBezTo>
                  <a:lnTo>
                    <a:pt x="13720318" y="0"/>
                  </a:lnTo>
                  <a:lnTo>
                    <a:pt x="13720318" y="16891"/>
                  </a:lnTo>
                  <a:lnTo>
                    <a:pt x="13720318" y="0"/>
                  </a:lnTo>
                  <a:cubicBezTo>
                    <a:pt x="13864589" y="0"/>
                    <a:pt x="13981430" y="116713"/>
                    <a:pt x="13981430" y="260731"/>
                  </a:cubicBezTo>
                  <a:lnTo>
                    <a:pt x="13964538" y="260731"/>
                  </a:lnTo>
                  <a:lnTo>
                    <a:pt x="13981430" y="260731"/>
                  </a:lnTo>
                  <a:lnTo>
                    <a:pt x="13981430" y="8063612"/>
                  </a:lnTo>
                  <a:lnTo>
                    <a:pt x="13964538" y="8063612"/>
                  </a:lnTo>
                  <a:lnTo>
                    <a:pt x="13981430" y="8063612"/>
                  </a:lnTo>
                  <a:cubicBezTo>
                    <a:pt x="13981430" y="8207629"/>
                    <a:pt x="13864462" y="8324342"/>
                    <a:pt x="13720318" y="8324342"/>
                  </a:cubicBezTo>
                  <a:lnTo>
                    <a:pt x="13720318" y="8307451"/>
                  </a:lnTo>
                  <a:lnTo>
                    <a:pt x="13720318" y="8324342"/>
                  </a:lnTo>
                  <a:lnTo>
                    <a:pt x="261112" y="8324342"/>
                  </a:lnTo>
                  <a:lnTo>
                    <a:pt x="261112" y="8307451"/>
                  </a:lnTo>
                  <a:lnTo>
                    <a:pt x="261112" y="8324342"/>
                  </a:lnTo>
                  <a:cubicBezTo>
                    <a:pt x="116967" y="8324469"/>
                    <a:pt x="0" y="8207756"/>
                    <a:pt x="0" y="8063611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8063612"/>
                  </a:lnTo>
                  <a:lnTo>
                    <a:pt x="16891" y="8063612"/>
                  </a:lnTo>
                  <a:lnTo>
                    <a:pt x="33909" y="8063612"/>
                  </a:lnTo>
                  <a:cubicBezTo>
                    <a:pt x="33909" y="8188833"/>
                    <a:pt x="135636" y="8290561"/>
                    <a:pt x="261239" y="8290561"/>
                  </a:cubicBezTo>
                  <a:lnTo>
                    <a:pt x="13720318" y="8290561"/>
                  </a:lnTo>
                  <a:cubicBezTo>
                    <a:pt x="13845921" y="8290561"/>
                    <a:pt x="13947648" y="8188961"/>
                    <a:pt x="13947648" y="8063612"/>
                  </a:cubicBezTo>
                  <a:lnTo>
                    <a:pt x="13947648" y="260731"/>
                  </a:lnTo>
                  <a:cubicBezTo>
                    <a:pt x="13947648" y="135509"/>
                    <a:pt x="13845921" y="33782"/>
                    <a:pt x="13720318" y="33782"/>
                  </a:cubicBezTo>
                  <a:lnTo>
                    <a:pt x="261112" y="33782"/>
                  </a:lnTo>
                  <a:lnTo>
                    <a:pt x="261112" y="16891"/>
                  </a:lnTo>
                  <a:lnTo>
                    <a:pt x="261112" y="33909"/>
                  </a:lnTo>
                  <a:cubicBezTo>
                    <a:pt x="135509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0976" y="2377440"/>
            <a:ext cx="9966960" cy="512064"/>
            <a:chOff x="0" y="0"/>
            <a:chExt cx="132892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89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3289280">
                  <a:moveTo>
                    <a:pt x="0" y="0"/>
                  </a:moveTo>
                  <a:lnTo>
                    <a:pt x="13289280" y="0"/>
                  </a:lnTo>
                  <a:lnTo>
                    <a:pt x="13289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89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plot_paragraph_graph()  —  Frankenstein Letters 1–4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8279" y="5254247"/>
            <a:ext cx="9352283" cy="71123"/>
            <a:chOff x="0" y="0"/>
            <a:chExt cx="12469711" cy="94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2435840" cy="60960"/>
            </a:xfrm>
            <a:custGeom>
              <a:avLst/>
              <a:gdLst/>
              <a:ahLst/>
              <a:cxnLst/>
              <a:rect r="r" b="b" t="t" l="l"/>
              <a:pathLst>
                <a:path h="60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69622" cy="94744"/>
            </a:xfrm>
            <a:custGeom>
              <a:avLst/>
              <a:gdLst/>
              <a:ahLst/>
              <a:cxnLst/>
              <a:rect r="r" b="b" t="t" l="l"/>
              <a:pathLst>
                <a:path h="94744" w="1246962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77851"/>
                  </a:lnTo>
                  <a:cubicBezTo>
                    <a:pt x="12469622" y="87249"/>
                    <a:pt x="12462002" y="94742"/>
                    <a:pt x="1245273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12452731" y="60960"/>
                  </a:lnTo>
                  <a:lnTo>
                    <a:pt x="12452731" y="77851"/>
                  </a:lnTo>
                  <a:lnTo>
                    <a:pt x="12435840" y="77851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4855" y="5254247"/>
            <a:ext cx="394487" cy="394087"/>
            <a:chOff x="0" y="0"/>
            <a:chExt cx="525983" cy="525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92125" cy="491617"/>
            </a:xfrm>
            <a:custGeom>
              <a:avLst/>
              <a:gdLst/>
              <a:ahLst/>
              <a:cxnLst/>
              <a:rect r="r" b="b" t="t" l="l"/>
              <a:pathLst>
                <a:path h="491617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491617"/>
                  </a:lnTo>
                  <a:lnTo>
                    <a:pt x="0" y="491617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5907" cy="525399"/>
            </a:xfrm>
            <a:custGeom>
              <a:avLst/>
              <a:gdLst/>
              <a:ahLst/>
              <a:cxnLst/>
              <a:rect r="r" b="b" t="t" l="l"/>
              <a:pathLst>
                <a:path h="525399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508508"/>
                  </a:lnTo>
                  <a:cubicBezTo>
                    <a:pt x="525907" y="517906"/>
                    <a:pt x="518287" y="525399"/>
                    <a:pt x="509016" y="525399"/>
                  </a:cubicBezTo>
                  <a:lnTo>
                    <a:pt x="16891" y="525399"/>
                  </a:lnTo>
                  <a:cubicBezTo>
                    <a:pt x="7620" y="525399"/>
                    <a:pt x="0" y="517906"/>
                    <a:pt x="0" y="50850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8508"/>
                  </a:lnTo>
                  <a:lnTo>
                    <a:pt x="16891" y="508508"/>
                  </a:lnTo>
                  <a:lnTo>
                    <a:pt x="16891" y="491617"/>
                  </a:lnTo>
                  <a:lnTo>
                    <a:pt x="509016" y="491617"/>
                  </a:lnTo>
                  <a:lnTo>
                    <a:pt x="509016" y="508508"/>
                  </a:lnTo>
                  <a:lnTo>
                    <a:pt x="492125" y="508508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98803" y="4793390"/>
            <a:ext cx="394487" cy="486261"/>
            <a:chOff x="0" y="0"/>
            <a:chExt cx="525983" cy="6483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92125" cy="614553"/>
            </a:xfrm>
            <a:custGeom>
              <a:avLst/>
              <a:gdLst/>
              <a:ahLst/>
              <a:cxnLst/>
              <a:rect r="r" b="b" t="t" l="l"/>
              <a:pathLst>
                <a:path h="614553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614553"/>
                  </a:lnTo>
                  <a:lnTo>
                    <a:pt x="0" y="614553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5907" cy="648335"/>
            </a:xfrm>
            <a:custGeom>
              <a:avLst/>
              <a:gdLst/>
              <a:ahLst/>
              <a:cxnLst/>
              <a:rect r="r" b="b" t="t" l="l"/>
              <a:pathLst>
                <a:path h="648335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631444"/>
                  </a:lnTo>
                  <a:cubicBezTo>
                    <a:pt x="525907" y="640842"/>
                    <a:pt x="518287" y="648335"/>
                    <a:pt x="509016" y="648335"/>
                  </a:cubicBezTo>
                  <a:lnTo>
                    <a:pt x="16891" y="648335"/>
                  </a:lnTo>
                  <a:cubicBezTo>
                    <a:pt x="7620" y="648335"/>
                    <a:pt x="0" y="640715"/>
                    <a:pt x="0" y="63144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1444"/>
                  </a:lnTo>
                  <a:lnTo>
                    <a:pt x="16891" y="631444"/>
                  </a:lnTo>
                  <a:lnTo>
                    <a:pt x="16891" y="614426"/>
                  </a:lnTo>
                  <a:lnTo>
                    <a:pt x="509016" y="614426"/>
                  </a:lnTo>
                  <a:lnTo>
                    <a:pt x="509016" y="631317"/>
                  </a:lnTo>
                  <a:lnTo>
                    <a:pt x="492125" y="631317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22752" y="4437869"/>
            <a:ext cx="394487" cy="841772"/>
            <a:chOff x="0" y="0"/>
            <a:chExt cx="525983" cy="11223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92125" cy="1088517"/>
            </a:xfrm>
            <a:custGeom>
              <a:avLst/>
              <a:gdLst/>
              <a:ahLst/>
              <a:cxnLst/>
              <a:rect r="r" b="b" t="t" l="l"/>
              <a:pathLst>
                <a:path h="1088517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088517"/>
                  </a:lnTo>
                  <a:lnTo>
                    <a:pt x="0" y="1088517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5907" cy="1122301"/>
            </a:xfrm>
            <a:custGeom>
              <a:avLst/>
              <a:gdLst/>
              <a:ahLst/>
              <a:cxnLst/>
              <a:rect r="r" b="b" t="t" l="l"/>
              <a:pathLst>
                <a:path h="1122301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105408"/>
                  </a:lnTo>
                  <a:cubicBezTo>
                    <a:pt x="525907" y="1114806"/>
                    <a:pt x="518287" y="1122299"/>
                    <a:pt x="509016" y="1122299"/>
                  </a:cubicBezTo>
                  <a:lnTo>
                    <a:pt x="16891" y="1122299"/>
                  </a:lnTo>
                  <a:cubicBezTo>
                    <a:pt x="7620" y="1122426"/>
                    <a:pt x="0" y="1114806"/>
                    <a:pt x="0" y="110540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05408"/>
                  </a:lnTo>
                  <a:lnTo>
                    <a:pt x="16891" y="1105408"/>
                  </a:lnTo>
                  <a:lnTo>
                    <a:pt x="16891" y="1088517"/>
                  </a:lnTo>
                  <a:lnTo>
                    <a:pt x="509016" y="1088517"/>
                  </a:lnTo>
                  <a:lnTo>
                    <a:pt x="509016" y="1105408"/>
                  </a:lnTo>
                  <a:lnTo>
                    <a:pt x="492125" y="1105408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46700" y="4674880"/>
            <a:ext cx="394487" cy="604761"/>
            <a:chOff x="0" y="0"/>
            <a:chExt cx="525983" cy="8063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92125" cy="772541"/>
            </a:xfrm>
            <a:custGeom>
              <a:avLst/>
              <a:gdLst/>
              <a:ahLst/>
              <a:cxnLst/>
              <a:rect r="r" b="b" t="t" l="l"/>
              <a:pathLst>
                <a:path h="772541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772541"/>
                  </a:lnTo>
                  <a:lnTo>
                    <a:pt x="0" y="772541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5907" cy="806323"/>
            </a:xfrm>
            <a:custGeom>
              <a:avLst/>
              <a:gdLst/>
              <a:ahLst/>
              <a:cxnLst/>
              <a:rect r="r" b="b" t="t" l="l"/>
              <a:pathLst>
                <a:path h="806323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789432"/>
                  </a:lnTo>
                  <a:cubicBezTo>
                    <a:pt x="525907" y="798830"/>
                    <a:pt x="518287" y="806323"/>
                    <a:pt x="509016" y="806323"/>
                  </a:cubicBezTo>
                  <a:lnTo>
                    <a:pt x="16891" y="806323"/>
                  </a:lnTo>
                  <a:cubicBezTo>
                    <a:pt x="7620" y="806323"/>
                    <a:pt x="0" y="798830"/>
                    <a:pt x="0" y="78943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9432"/>
                  </a:lnTo>
                  <a:lnTo>
                    <a:pt x="16891" y="789432"/>
                  </a:lnTo>
                  <a:lnTo>
                    <a:pt x="16891" y="772541"/>
                  </a:lnTo>
                  <a:lnTo>
                    <a:pt x="509016" y="772541"/>
                  </a:lnTo>
                  <a:lnTo>
                    <a:pt x="509016" y="789432"/>
                  </a:lnTo>
                  <a:lnTo>
                    <a:pt x="492125" y="789432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670648" y="5254247"/>
            <a:ext cx="394487" cy="183404"/>
            <a:chOff x="0" y="0"/>
            <a:chExt cx="525983" cy="2445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92125" cy="210693"/>
            </a:xfrm>
            <a:custGeom>
              <a:avLst/>
              <a:gdLst/>
              <a:ahLst/>
              <a:cxnLst/>
              <a:rect r="r" b="b" t="t" l="l"/>
              <a:pathLst>
                <a:path h="210693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210693"/>
                  </a:lnTo>
                  <a:lnTo>
                    <a:pt x="0" y="210693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5907" cy="244477"/>
            </a:xfrm>
            <a:custGeom>
              <a:avLst/>
              <a:gdLst/>
              <a:ahLst/>
              <a:cxnLst/>
              <a:rect r="r" b="b" t="t" l="l"/>
              <a:pathLst>
                <a:path h="244477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227584"/>
                  </a:lnTo>
                  <a:cubicBezTo>
                    <a:pt x="525907" y="236982"/>
                    <a:pt x="518287" y="244475"/>
                    <a:pt x="509016" y="244475"/>
                  </a:cubicBezTo>
                  <a:lnTo>
                    <a:pt x="16891" y="244475"/>
                  </a:lnTo>
                  <a:cubicBezTo>
                    <a:pt x="7620" y="244602"/>
                    <a:pt x="0" y="236982"/>
                    <a:pt x="0" y="22758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7584"/>
                  </a:lnTo>
                  <a:lnTo>
                    <a:pt x="16891" y="227584"/>
                  </a:lnTo>
                  <a:lnTo>
                    <a:pt x="16891" y="210693"/>
                  </a:lnTo>
                  <a:lnTo>
                    <a:pt x="509016" y="210693"/>
                  </a:lnTo>
                  <a:lnTo>
                    <a:pt x="509016" y="227584"/>
                  </a:lnTo>
                  <a:lnTo>
                    <a:pt x="492125" y="227584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094596" y="5254247"/>
            <a:ext cx="394487" cy="710098"/>
            <a:chOff x="0" y="0"/>
            <a:chExt cx="525983" cy="9467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92125" cy="913003"/>
            </a:xfrm>
            <a:custGeom>
              <a:avLst/>
              <a:gdLst/>
              <a:ahLst/>
              <a:cxnLst/>
              <a:rect r="r" b="b" t="t" l="l"/>
              <a:pathLst>
                <a:path h="913003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913003"/>
                  </a:lnTo>
                  <a:lnTo>
                    <a:pt x="0" y="913003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5907" cy="946785"/>
            </a:xfrm>
            <a:custGeom>
              <a:avLst/>
              <a:gdLst/>
              <a:ahLst/>
              <a:cxnLst/>
              <a:rect r="r" b="b" t="t" l="l"/>
              <a:pathLst>
                <a:path h="946785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929894"/>
                  </a:lnTo>
                  <a:cubicBezTo>
                    <a:pt x="525907" y="939292"/>
                    <a:pt x="518287" y="946785"/>
                    <a:pt x="509016" y="946785"/>
                  </a:cubicBezTo>
                  <a:lnTo>
                    <a:pt x="16891" y="946785"/>
                  </a:lnTo>
                  <a:cubicBezTo>
                    <a:pt x="7620" y="946785"/>
                    <a:pt x="0" y="939165"/>
                    <a:pt x="0" y="92989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9894"/>
                  </a:lnTo>
                  <a:lnTo>
                    <a:pt x="16891" y="929894"/>
                  </a:lnTo>
                  <a:lnTo>
                    <a:pt x="16891" y="912876"/>
                  </a:lnTo>
                  <a:lnTo>
                    <a:pt x="509016" y="912876"/>
                  </a:lnTo>
                  <a:lnTo>
                    <a:pt x="509016" y="929767"/>
                  </a:lnTo>
                  <a:lnTo>
                    <a:pt x="492125" y="929767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518545" y="5254247"/>
            <a:ext cx="394487" cy="999782"/>
            <a:chOff x="0" y="0"/>
            <a:chExt cx="525983" cy="13330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92125" cy="1299210"/>
            </a:xfrm>
            <a:custGeom>
              <a:avLst/>
              <a:gdLst/>
              <a:ahLst/>
              <a:cxnLst/>
              <a:rect r="r" b="b" t="t" l="l"/>
              <a:pathLst>
                <a:path h="1299210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299210"/>
                  </a:lnTo>
                  <a:lnTo>
                    <a:pt x="0" y="1299210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5907" cy="1332992"/>
            </a:xfrm>
            <a:custGeom>
              <a:avLst/>
              <a:gdLst/>
              <a:ahLst/>
              <a:cxnLst/>
              <a:rect r="r" b="b" t="t" l="l"/>
              <a:pathLst>
                <a:path h="1332992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316101"/>
                  </a:lnTo>
                  <a:cubicBezTo>
                    <a:pt x="525907" y="1325499"/>
                    <a:pt x="518287" y="1332992"/>
                    <a:pt x="509016" y="1332992"/>
                  </a:cubicBezTo>
                  <a:lnTo>
                    <a:pt x="16891" y="1332992"/>
                  </a:lnTo>
                  <a:cubicBezTo>
                    <a:pt x="7493" y="1332992"/>
                    <a:pt x="0" y="1325372"/>
                    <a:pt x="0" y="131610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16101"/>
                  </a:lnTo>
                  <a:lnTo>
                    <a:pt x="16891" y="1316101"/>
                  </a:lnTo>
                  <a:lnTo>
                    <a:pt x="16891" y="1299210"/>
                  </a:lnTo>
                  <a:lnTo>
                    <a:pt x="509016" y="1299210"/>
                  </a:lnTo>
                  <a:lnTo>
                    <a:pt x="509016" y="1316101"/>
                  </a:lnTo>
                  <a:lnTo>
                    <a:pt x="492125" y="1316101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942493" y="5254247"/>
            <a:ext cx="394487" cy="617934"/>
            <a:chOff x="0" y="0"/>
            <a:chExt cx="525983" cy="8239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92125" cy="790067"/>
            </a:xfrm>
            <a:custGeom>
              <a:avLst/>
              <a:gdLst/>
              <a:ahLst/>
              <a:cxnLst/>
              <a:rect r="r" b="b" t="t" l="l"/>
              <a:pathLst>
                <a:path h="790067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790067"/>
                  </a:lnTo>
                  <a:lnTo>
                    <a:pt x="0" y="790067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5907" cy="823849"/>
            </a:xfrm>
            <a:custGeom>
              <a:avLst/>
              <a:gdLst/>
              <a:ahLst/>
              <a:cxnLst/>
              <a:rect r="r" b="b" t="t" l="l"/>
              <a:pathLst>
                <a:path h="823849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806958"/>
                  </a:lnTo>
                  <a:cubicBezTo>
                    <a:pt x="525907" y="816356"/>
                    <a:pt x="518287" y="823849"/>
                    <a:pt x="509016" y="823849"/>
                  </a:cubicBezTo>
                  <a:lnTo>
                    <a:pt x="16891" y="823849"/>
                  </a:lnTo>
                  <a:cubicBezTo>
                    <a:pt x="7620" y="823849"/>
                    <a:pt x="0" y="816356"/>
                    <a:pt x="0" y="806958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6958"/>
                  </a:lnTo>
                  <a:lnTo>
                    <a:pt x="16891" y="806958"/>
                  </a:lnTo>
                  <a:lnTo>
                    <a:pt x="16891" y="790067"/>
                  </a:lnTo>
                  <a:lnTo>
                    <a:pt x="509016" y="790067"/>
                  </a:lnTo>
                  <a:lnTo>
                    <a:pt x="509016" y="806958"/>
                  </a:lnTo>
                  <a:lnTo>
                    <a:pt x="492125" y="806958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366441" y="5148910"/>
            <a:ext cx="394487" cy="130740"/>
            <a:chOff x="0" y="0"/>
            <a:chExt cx="525983" cy="174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92125" cy="140462"/>
            </a:xfrm>
            <a:custGeom>
              <a:avLst/>
              <a:gdLst/>
              <a:ahLst/>
              <a:cxnLst/>
              <a:rect r="r" b="b" t="t" l="l"/>
              <a:pathLst>
                <a:path h="140462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40462"/>
                  </a:lnTo>
                  <a:lnTo>
                    <a:pt x="0" y="140462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5907" cy="174246"/>
            </a:xfrm>
            <a:custGeom>
              <a:avLst/>
              <a:gdLst/>
              <a:ahLst/>
              <a:cxnLst/>
              <a:rect r="r" b="b" t="t" l="l"/>
              <a:pathLst>
                <a:path h="174246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57353"/>
                  </a:lnTo>
                  <a:cubicBezTo>
                    <a:pt x="525907" y="166751"/>
                    <a:pt x="518287" y="174244"/>
                    <a:pt x="509016" y="174244"/>
                  </a:cubicBezTo>
                  <a:lnTo>
                    <a:pt x="16891" y="174244"/>
                  </a:lnTo>
                  <a:cubicBezTo>
                    <a:pt x="7620" y="174371"/>
                    <a:pt x="0" y="166751"/>
                    <a:pt x="0" y="15735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353"/>
                  </a:lnTo>
                  <a:lnTo>
                    <a:pt x="16891" y="157353"/>
                  </a:lnTo>
                  <a:lnTo>
                    <a:pt x="16891" y="140462"/>
                  </a:lnTo>
                  <a:lnTo>
                    <a:pt x="509016" y="140462"/>
                  </a:lnTo>
                  <a:lnTo>
                    <a:pt x="509016" y="157353"/>
                  </a:lnTo>
                  <a:lnTo>
                    <a:pt x="492125" y="157353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790399" y="4622206"/>
            <a:ext cx="394487" cy="657435"/>
            <a:chOff x="0" y="0"/>
            <a:chExt cx="525983" cy="8765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92125" cy="842772"/>
            </a:xfrm>
            <a:custGeom>
              <a:avLst/>
              <a:gdLst/>
              <a:ahLst/>
              <a:cxnLst/>
              <a:rect r="r" b="b" t="t" l="l"/>
              <a:pathLst>
                <a:path h="842772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842772"/>
                  </a:lnTo>
                  <a:lnTo>
                    <a:pt x="0" y="842772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5907" cy="876554"/>
            </a:xfrm>
            <a:custGeom>
              <a:avLst/>
              <a:gdLst/>
              <a:ahLst/>
              <a:cxnLst/>
              <a:rect r="r" b="b" t="t" l="l"/>
              <a:pathLst>
                <a:path h="876554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859663"/>
                  </a:lnTo>
                  <a:cubicBezTo>
                    <a:pt x="525907" y="869061"/>
                    <a:pt x="518287" y="876554"/>
                    <a:pt x="509016" y="876554"/>
                  </a:cubicBezTo>
                  <a:lnTo>
                    <a:pt x="16891" y="876554"/>
                  </a:lnTo>
                  <a:cubicBezTo>
                    <a:pt x="7620" y="876554"/>
                    <a:pt x="0" y="869061"/>
                    <a:pt x="0" y="8596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9663"/>
                  </a:lnTo>
                  <a:lnTo>
                    <a:pt x="16891" y="859663"/>
                  </a:lnTo>
                  <a:lnTo>
                    <a:pt x="16891" y="842772"/>
                  </a:lnTo>
                  <a:lnTo>
                    <a:pt x="509016" y="842772"/>
                  </a:lnTo>
                  <a:lnTo>
                    <a:pt x="509016" y="859663"/>
                  </a:lnTo>
                  <a:lnTo>
                    <a:pt x="492125" y="859663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214337" y="4174522"/>
            <a:ext cx="394487" cy="1105129"/>
            <a:chOff x="0" y="0"/>
            <a:chExt cx="525983" cy="147350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92125" cy="1439672"/>
            </a:xfrm>
            <a:custGeom>
              <a:avLst/>
              <a:gdLst/>
              <a:ahLst/>
              <a:cxnLst/>
              <a:rect r="r" b="b" t="t" l="l"/>
              <a:pathLst>
                <a:path h="1439672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439672"/>
                  </a:lnTo>
                  <a:lnTo>
                    <a:pt x="0" y="1439672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5907" cy="1473454"/>
            </a:xfrm>
            <a:custGeom>
              <a:avLst/>
              <a:gdLst/>
              <a:ahLst/>
              <a:cxnLst/>
              <a:rect r="r" b="b" t="t" l="l"/>
              <a:pathLst>
                <a:path h="1473454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456563"/>
                  </a:lnTo>
                  <a:cubicBezTo>
                    <a:pt x="525907" y="1465961"/>
                    <a:pt x="518287" y="1473454"/>
                    <a:pt x="509016" y="1473454"/>
                  </a:cubicBezTo>
                  <a:lnTo>
                    <a:pt x="16891" y="1473454"/>
                  </a:lnTo>
                  <a:cubicBezTo>
                    <a:pt x="7493" y="1473454"/>
                    <a:pt x="0" y="1465834"/>
                    <a:pt x="0" y="1456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56563"/>
                  </a:lnTo>
                  <a:lnTo>
                    <a:pt x="16891" y="1456563"/>
                  </a:lnTo>
                  <a:lnTo>
                    <a:pt x="16891" y="1439672"/>
                  </a:lnTo>
                  <a:lnTo>
                    <a:pt x="509016" y="1439672"/>
                  </a:lnTo>
                  <a:lnTo>
                    <a:pt x="509016" y="1456563"/>
                  </a:lnTo>
                  <a:lnTo>
                    <a:pt x="492125" y="1456563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638295" y="4411532"/>
            <a:ext cx="394487" cy="868108"/>
            <a:chOff x="0" y="0"/>
            <a:chExt cx="525983" cy="11574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92125" cy="1123696"/>
            </a:xfrm>
            <a:custGeom>
              <a:avLst/>
              <a:gdLst/>
              <a:ahLst/>
              <a:cxnLst/>
              <a:rect r="r" b="b" t="t" l="l"/>
              <a:pathLst>
                <a:path h="1123696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5907" cy="1157478"/>
            </a:xfrm>
            <a:custGeom>
              <a:avLst/>
              <a:gdLst/>
              <a:ahLst/>
              <a:cxnLst/>
              <a:rect r="r" b="b" t="t" l="l"/>
              <a:pathLst>
                <a:path h="1157478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140587"/>
                  </a:lnTo>
                  <a:cubicBezTo>
                    <a:pt x="525907" y="1149985"/>
                    <a:pt x="518287" y="1157478"/>
                    <a:pt x="509016" y="1157478"/>
                  </a:cubicBezTo>
                  <a:lnTo>
                    <a:pt x="16891" y="1157478"/>
                  </a:lnTo>
                  <a:cubicBezTo>
                    <a:pt x="7620" y="1157478"/>
                    <a:pt x="0" y="1149858"/>
                    <a:pt x="0" y="11405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0587"/>
                  </a:lnTo>
                  <a:lnTo>
                    <a:pt x="16891" y="1140587"/>
                  </a:lnTo>
                  <a:lnTo>
                    <a:pt x="16891" y="1123569"/>
                  </a:lnTo>
                  <a:lnTo>
                    <a:pt x="509016" y="1123569"/>
                  </a:lnTo>
                  <a:lnTo>
                    <a:pt x="509016" y="1140460"/>
                  </a:lnTo>
                  <a:lnTo>
                    <a:pt x="492125" y="1140460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62243" y="4793390"/>
            <a:ext cx="394487" cy="486261"/>
            <a:chOff x="0" y="0"/>
            <a:chExt cx="525983" cy="6483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92125" cy="614553"/>
            </a:xfrm>
            <a:custGeom>
              <a:avLst/>
              <a:gdLst/>
              <a:ahLst/>
              <a:cxnLst/>
              <a:rect r="r" b="b" t="t" l="l"/>
              <a:pathLst>
                <a:path h="614553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614553"/>
                  </a:lnTo>
                  <a:lnTo>
                    <a:pt x="0" y="614553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5907" cy="648335"/>
            </a:xfrm>
            <a:custGeom>
              <a:avLst/>
              <a:gdLst/>
              <a:ahLst/>
              <a:cxnLst/>
              <a:rect r="r" b="b" t="t" l="l"/>
              <a:pathLst>
                <a:path h="648335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631444"/>
                  </a:lnTo>
                  <a:cubicBezTo>
                    <a:pt x="525907" y="640842"/>
                    <a:pt x="518287" y="648335"/>
                    <a:pt x="509016" y="648335"/>
                  </a:cubicBezTo>
                  <a:lnTo>
                    <a:pt x="16891" y="648335"/>
                  </a:lnTo>
                  <a:cubicBezTo>
                    <a:pt x="7620" y="648335"/>
                    <a:pt x="0" y="640715"/>
                    <a:pt x="0" y="63144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1444"/>
                  </a:lnTo>
                  <a:lnTo>
                    <a:pt x="16891" y="631444"/>
                  </a:lnTo>
                  <a:lnTo>
                    <a:pt x="16891" y="614426"/>
                  </a:lnTo>
                  <a:lnTo>
                    <a:pt x="509016" y="614426"/>
                  </a:lnTo>
                  <a:lnTo>
                    <a:pt x="509016" y="631317"/>
                  </a:lnTo>
                  <a:lnTo>
                    <a:pt x="492125" y="631317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86192" y="5254247"/>
            <a:ext cx="394487" cy="315077"/>
            <a:chOff x="0" y="0"/>
            <a:chExt cx="525983" cy="4201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92125" cy="386334"/>
            </a:xfrm>
            <a:custGeom>
              <a:avLst/>
              <a:gdLst/>
              <a:ahLst/>
              <a:cxnLst/>
              <a:rect r="r" b="b" t="t" l="l"/>
              <a:pathLst>
                <a:path h="386334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386334"/>
                  </a:lnTo>
                  <a:lnTo>
                    <a:pt x="0" y="386334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5907" cy="420116"/>
            </a:xfrm>
            <a:custGeom>
              <a:avLst/>
              <a:gdLst/>
              <a:ahLst/>
              <a:cxnLst/>
              <a:rect r="r" b="b" t="t" l="l"/>
              <a:pathLst>
                <a:path h="420116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403225"/>
                  </a:lnTo>
                  <a:cubicBezTo>
                    <a:pt x="525907" y="412623"/>
                    <a:pt x="518287" y="420116"/>
                    <a:pt x="509016" y="420116"/>
                  </a:cubicBezTo>
                  <a:lnTo>
                    <a:pt x="16891" y="420116"/>
                  </a:lnTo>
                  <a:cubicBezTo>
                    <a:pt x="7620" y="420116"/>
                    <a:pt x="0" y="412496"/>
                    <a:pt x="0" y="40322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3225"/>
                  </a:lnTo>
                  <a:lnTo>
                    <a:pt x="16891" y="403225"/>
                  </a:lnTo>
                  <a:lnTo>
                    <a:pt x="16891" y="386207"/>
                  </a:lnTo>
                  <a:lnTo>
                    <a:pt x="509016" y="386207"/>
                  </a:lnTo>
                  <a:lnTo>
                    <a:pt x="509016" y="403098"/>
                  </a:lnTo>
                  <a:lnTo>
                    <a:pt x="492125" y="403098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10140" y="5254247"/>
            <a:ext cx="394487" cy="789108"/>
            <a:chOff x="0" y="0"/>
            <a:chExt cx="525983" cy="10521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92125" cy="1018286"/>
            </a:xfrm>
            <a:custGeom>
              <a:avLst/>
              <a:gdLst/>
              <a:ahLst/>
              <a:cxnLst/>
              <a:rect r="r" b="b" t="t" l="l"/>
              <a:pathLst>
                <a:path h="1018286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018286"/>
                  </a:lnTo>
                  <a:lnTo>
                    <a:pt x="0" y="1018286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5907" cy="1052070"/>
            </a:xfrm>
            <a:custGeom>
              <a:avLst/>
              <a:gdLst/>
              <a:ahLst/>
              <a:cxnLst/>
              <a:rect r="r" b="b" t="t" l="l"/>
              <a:pathLst>
                <a:path h="1052070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035177"/>
                  </a:lnTo>
                  <a:cubicBezTo>
                    <a:pt x="525907" y="1044575"/>
                    <a:pt x="518287" y="1052068"/>
                    <a:pt x="509016" y="1052068"/>
                  </a:cubicBezTo>
                  <a:lnTo>
                    <a:pt x="16891" y="1052068"/>
                  </a:lnTo>
                  <a:cubicBezTo>
                    <a:pt x="7620" y="1052195"/>
                    <a:pt x="0" y="1044575"/>
                    <a:pt x="0" y="103517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5177"/>
                  </a:lnTo>
                  <a:lnTo>
                    <a:pt x="16891" y="1035177"/>
                  </a:lnTo>
                  <a:lnTo>
                    <a:pt x="16891" y="1018286"/>
                  </a:lnTo>
                  <a:lnTo>
                    <a:pt x="509016" y="1018286"/>
                  </a:lnTo>
                  <a:lnTo>
                    <a:pt x="509016" y="1035177"/>
                  </a:lnTo>
                  <a:lnTo>
                    <a:pt x="492125" y="1035177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34088" y="5254247"/>
            <a:ext cx="394487" cy="1105129"/>
            <a:chOff x="0" y="0"/>
            <a:chExt cx="525983" cy="147350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92125" cy="1439672"/>
            </a:xfrm>
            <a:custGeom>
              <a:avLst/>
              <a:gdLst/>
              <a:ahLst/>
              <a:cxnLst/>
              <a:rect r="r" b="b" t="t" l="l"/>
              <a:pathLst>
                <a:path h="1439672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439672"/>
                  </a:lnTo>
                  <a:lnTo>
                    <a:pt x="0" y="1439672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5907" cy="1473454"/>
            </a:xfrm>
            <a:custGeom>
              <a:avLst/>
              <a:gdLst/>
              <a:ahLst/>
              <a:cxnLst/>
              <a:rect r="r" b="b" t="t" l="l"/>
              <a:pathLst>
                <a:path h="1473454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456563"/>
                  </a:lnTo>
                  <a:cubicBezTo>
                    <a:pt x="525907" y="1465961"/>
                    <a:pt x="518287" y="1473454"/>
                    <a:pt x="509016" y="1473454"/>
                  </a:cubicBezTo>
                  <a:lnTo>
                    <a:pt x="16891" y="1473454"/>
                  </a:lnTo>
                  <a:cubicBezTo>
                    <a:pt x="7493" y="1473454"/>
                    <a:pt x="0" y="1465834"/>
                    <a:pt x="0" y="1456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56563"/>
                  </a:lnTo>
                  <a:lnTo>
                    <a:pt x="16891" y="1456563"/>
                  </a:lnTo>
                  <a:lnTo>
                    <a:pt x="16891" y="1439672"/>
                  </a:lnTo>
                  <a:lnTo>
                    <a:pt x="509016" y="1439672"/>
                  </a:lnTo>
                  <a:lnTo>
                    <a:pt x="509016" y="1456563"/>
                  </a:lnTo>
                  <a:lnTo>
                    <a:pt x="492125" y="1456563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758036" y="5254247"/>
            <a:ext cx="394487" cy="499424"/>
            <a:chOff x="0" y="0"/>
            <a:chExt cx="525983" cy="6658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92125" cy="632079"/>
            </a:xfrm>
            <a:custGeom>
              <a:avLst/>
              <a:gdLst/>
              <a:ahLst/>
              <a:cxnLst/>
              <a:rect r="r" b="b" t="t" l="l"/>
              <a:pathLst>
                <a:path h="632079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632079"/>
                  </a:lnTo>
                  <a:lnTo>
                    <a:pt x="0" y="63207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5907" cy="665861"/>
            </a:xfrm>
            <a:custGeom>
              <a:avLst/>
              <a:gdLst/>
              <a:ahLst/>
              <a:cxnLst/>
              <a:rect r="r" b="b" t="t" l="l"/>
              <a:pathLst>
                <a:path h="665861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648970"/>
                  </a:lnTo>
                  <a:cubicBezTo>
                    <a:pt x="525907" y="658368"/>
                    <a:pt x="518287" y="665861"/>
                    <a:pt x="509016" y="665861"/>
                  </a:cubicBezTo>
                  <a:lnTo>
                    <a:pt x="16891" y="665861"/>
                  </a:lnTo>
                  <a:cubicBezTo>
                    <a:pt x="7620" y="665861"/>
                    <a:pt x="0" y="658368"/>
                    <a:pt x="0" y="64897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8970"/>
                  </a:lnTo>
                  <a:lnTo>
                    <a:pt x="16891" y="648970"/>
                  </a:lnTo>
                  <a:lnTo>
                    <a:pt x="16891" y="632079"/>
                  </a:lnTo>
                  <a:lnTo>
                    <a:pt x="509016" y="632079"/>
                  </a:lnTo>
                  <a:lnTo>
                    <a:pt x="509016" y="648970"/>
                  </a:lnTo>
                  <a:lnTo>
                    <a:pt x="492125" y="648970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>
                <a:alpha val="60784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181985" y="4964563"/>
            <a:ext cx="394487" cy="315077"/>
            <a:chOff x="0" y="0"/>
            <a:chExt cx="525983" cy="42010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92125" cy="386334"/>
            </a:xfrm>
            <a:custGeom>
              <a:avLst/>
              <a:gdLst/>
              <a:ahLst/>
              <a:cxnLst/>
              <a:rect r="r" b="b" t="t" l="l"/>
              <a:pathLst>
                <a:path h="386334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386334"/>
                  </a:lnTo>
                  <a:lnTo>
                    <a:pt x="0" y="386334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5907" cy="420116"/>
            </a:xfrm>
            <a:custGeom>
              <a:avLst/>
              <a:gdLst/>
              <a:ahLst/>
              <a:cxnLst/>
              <a:rect r="r" b="b" t="t" l="l"/>
              <a:pathLst>
                <a:path h="420116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403225"/>
                  </a:lnTo>
                  <a:cubicBezTo>
                    <a:pt x="525907" y="412623"/>
                    <a:pt x="518287" y="420116"/>
                    <a:pt x="509016" y="420116"/>
                  </a:cubicBezTo>
                  <a:lnTo>
                    <a:pt x="16891" y="420116"/>
                  </a:lnTo>
                  <a:cubicBezTo>
                    <a:pt x="7620" y="420116"/>
                    <a:pt x="0" y="412496"/>
                    <a:pt x="0" y="40322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3225"/>
                  </a:lnTo>
                  <a:lnTo>
                    <a:pt x="16891" y="403225"/>
                  </a:lnTo>
                  <a:lnTo>
                    <a:pt x="16891" y="386207"/>
                  </a:lnTo>
                  <a:lnTo>
                    <a:pt x="509016" y="386207"/>
                  </a:lnTo>
                  <a:lnTo>
                    <a:pt x="509016" y="403098"/>
                  </a:lnTo>
                  <a:lnTo>
                    <a:pt x="492125" y="403098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605933" y="4530042"/>
            <a:ext cx="394487" cy="749608"/>
            <a:chOff x="0" y="0"/>
            <a:chExt cx="525983" cy="9994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92125" cy="965708"/>
            </a:xfrm>
            <a:custGeom>
              <a:avLst/>
              <a:gdLst/>
              <a:ahLst/>
              <a:cxnLst/>
              <a:rect r="r" b="b" t="t" l="l"/>
              <a:pathLst>
                <a:path h="965708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965708"/>
                  </a:lnTo>
                  <a:lnTo>
                    <a:pt x="0" y="965708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5907" cy="999490"/>
            </a:xfrm>
            <a:custGeom>
              <a:avLst/>
              <a:gdLst/>
              <a:ahLst/>
              <a:cxnLst/>
              <a:rect r="r" b="b" t="t" l="l"/>
              <a:pathLst>
                <a:path h="999490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982599"/>
                  </a:lnTo>
                  <a:cubicBezTo>
                    <a:pt x="525907" y="991997"/>
                    <a:pt x="518287" y="999490"/>
                    <a:pt x="509016" y="999490"/>
                  </a:cubicBezTo>
                  <a:lnTo>
                    <a:pt x="16891" y="999490"/>
                  </a:lnTo>
                  <a:cubicBezTo>
                    <a:pt x="7620" y="999490"/>
                    <a:pt x="0" y="991870"/>
                    <a:pt x="0" y="9825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82599"/>
                  </a:lnTo>
                  <a:lnTo>
                    <a:pt x="16891" y="982599"/>
                  </a:lnTo>
                  <a:lnTo>
                    <a:pt x="16891" y="965581"/>
                  </a:lnTo>
                  <a:lnTo>
                    <a:pt x="509016" y="965581"/>
                  </a:lnTo>
                  <a:lnTo>
                    <a:pt x="509016" y="982472"/>
                  </a:lnTo>
                  <a:lnTo>
                    <a:pt x="492125" y="982472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029881" y="4306195"/>
            <a:ext cx="394487" cy="973445"/>
            <a:chOff x="0" y="0"/>
            <a:chExt cx="525983" cy="12979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492125" cy="1264031"/>
            </a:xfrm>
            <a:custGeom>
              <a:avLst/>
              <a:gdLst/>
              <a:ahLst/>
              <a:cxnLst/>
              <a:rect r="r" b="b" t="t" l="l"/>
              <a:pathLst>
                <a:path h="1264031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1264031"/>
                  </a:lnTo>
                  <a:lnTo>
                    <a:pt x="0" y="1264031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5907" cy="1297813"/>
            </a:xfrm>
            <a:custGeom>
              <a:avLst/>
              <a:gdLst/>
              <a:ahLst/>
              <a:cxnLst/>
              <a:rect r="r" b="b" t="t" l="l"/>
              <a:pathLst>
                <a:path h="1297813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1280922"/>
                  </a:lnTo>
                  <a:cubicBezTo>
                    <a:pt x="525907" y="1290320"/>
                    <a:pt x="518287" y="1297813"/>
                    <a:pt x="509016" y="1297813"/>
                  </a:cubicBezTo>
                  <a:lnTo>
                    <a:pt x="16891" y="1297813"/>
                  </a:lnTo>
                  <a:cubicBezTo>
                    <a:pt x="7493" y="1297813"/>
                    <a:pt x="0" y="1290193"/>
                    <a:pt x="0" y="12809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0922"/>
                  </a:lnTo>
                  <a:lnTo>
                    <a:pt x="16891" y="1280922"/>
                  </a:lnTo>
                  <a:lnTo>
                    <a:pt x="16891" y="1264031"/>
                  </a:lnTo>
                  <a:lnTo>
                    <a:pt x="509016" y="1264031"/>
                  </a:lnTo>
                  <a:lnTo>
                    <a:pt x="509016" y="1280922"/>
                  </a:lnTo>
                  <a:lnTo>
                    <a:pt x="492125" y="1280922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53839" y="4622206"/>
            <a:ext cx="394487" cy="657435"/>
            <a:chOff x="0" y="0"/>
            <a:chExt cx="525983" cy="8765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92125" cy="842772"/>
            </a:xfrm>
            <a:custGeom>
              <a:avLst/>
              <a:gdLst/>
              <a:ahLst/>
              <a:cxnLst/>
              <a:rect r="r" b="b" t="t" l="l"/>
              <a:pathLst>
                <a:path h="842772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842772"/>
                  </a:lnTo>
                  <a:lnTo>
                    <a:pt x="0" y="842772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5907" cy="876554"/>
            </a:xfrm>
            <a:custGeom>
              <a:avLst/>
              <a:gdLst/>
              <a:ahLst/>
              <a:cxnLst/>
              <a:rect r="r" b="b" t="t" l="l"/>
              <a:pathLst>
                <a:path h="876554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859663"/>
                  </a:lnTo>
                  <a:cubicBezTo>
                    <a:pt x="525907" y="869061"/>
                    <a:pt x="518287" y="876554"/>
                    <a:pt x="509016" y="876554"/>
                  </a:cubicBezTo>
                  <a:lnTo>
                    <a:pt x="16891" y="876554"/>
                  </a:lnTo>
                  <a:cubicBezTo>
                    <a:pt x="7620" y="876554"/>
                    <a:pt x="0" y="869061"/>
                    <a:pt x="0" y="8596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9663"/>
                  </a:lnTo>
                  <a:lnTo>
                    <a:pt x="16891" y="859663"/>
                  </a:lnTo>
                  <a:lnTo>
                    <a:pt x="16891" y="842772"/>
                  </a:lnTo>
                  <a:lnTo>
                    <a:pt x="509016" y="842772"/>
                  </a:lnTo>
                  <a:lnTo>
                    <a:pt x="509016" y="859663"/>
                  </a:lnTo>
                  <a:lnTo>
                    <a:pt x="492125" y="859663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77777" y="4780216"/>
            <a:ext cx="394487" cy="499424"/>
            <a:chOff x="0" y="0"/>
            <a:chExt cx="525983" cy="66589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92125" cy="632079"/>
            </a:xfrm>
            <a:custGeom>
              <a:avLst/>
              <a:gdLst/>
              <a:ahLst/>
              <a:cxnLst/>
              <a:rect r="r" b="b" t="t" l="l"/>
              <a:pathLst>
                <a:path h="632079" w="492125">
                  <a:moveTo>
                    <a:pt x="0" y="0"/>
                  </a:moveTo>
                  <a:lnTo>
                    <a:pt x="492125" y="0"/>
                  </a:lnTo>
                  <a:lnTo>
                    <a:pt x="492125" y="632079"/>
                  </a:lnTo>
                  <a:lnTo>
                    <a:pt x="0" y="63207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5907" cy="665861"/>
            </a:xfrm>
            <a:custGeom>
              <a:avLst/>
              <a:gdLst/>
              <a:ahLst/>
              <a:cxnLst/>
              <a:rect r="r" b="b" t="t" l="l"/>
              <a:pathLst>
                <a:path h="665861" w="525907">
                  <a:moveTo>
                    <a:pt x="16891" y="0"/>
                  </a:moveTo>
                  <a:lnTo>
                    <a:pt x="509016" y="0"/>
                  </a:lnTo>
                  <a:cubicBezTo>
                    <a:pt x="518414" y="0"/>
                    <a:pt x="525907" y="7620"/>
                    <a:pt x="525907" y="16891"/>
                  </a:cubicBezTo>
                  <a:lnTo>
                    <a:pt x="525907" y="648970"/>
                  </a:lnTo>
                  <a:cubicBezTo>
                    <a:pt x="525907" y="658368"/>
                    <a:pt x="518287" y="665861"/>
                    <a:pt x="509016" y="665861"/>
                  </a:cubicBezTo>
                  <a:lnTo>
                    <a:pt x="16891" y="665861"/>
                  </a:lnTo>
                  <a:cubicBezTo>
                    <a:pt x="7620" y="665861"/>
                    <a:pt x="0" y="658368"/>
                    <a:pt x="0" y="64897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8970"/>
                  </a:lnTo>
                  <a:lnTo>
                    <a:pt x="16891" y="648970"/>
                  </a:lnTo>
                  <a:lnTo>
                    <a:pt x="16891" y="632079"/>
                  </a:lnTo>
                  <a:lnTo>
                    <a:pt x="509016" y="632079"/>
                  </a:lnTo>
                  <a:lnTo>
                    <a:pt x="509016" y="648970"/>
                  </a:lnTo>
                  <a:lnTo>
                    <a:pt x="492125" y="648970"/>
                  </a:lnTo>
                  <a:lnTo>
                    <a:pt x="492125" y="16891"/>
                  </a:lnTo>
                  <a:lnTo>
                    <a:pt x="509016" y="16891"/>
                  </a:lnTo>
                  <a:lnTo>
                    <a:pt x="50901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>
                <a:alpha val="60784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0976" y="6766560"/>
            <a:ext cx="9326880" cy="402336"/>
            <a:chOff x="0" y="0"/>
            <a:chExt cx="1243584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435840" cy="536448"/>
            </a:xfrm>
            <a:custGeom>
              <a:avLst/>
              <a:gdLst/>
              <a:ahLst/>
              <a:cxnLst/>
              <a:rect r="r" b="b" t="t" l="l"/>
              <a:pathLst>
                <a:path h="53644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1698" r="0" b="-40169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2435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Paragraph Number 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8279" y="7302503"/>
            <a:ext cx="391163" cy="318011"/>
            <a:chOff x="0" y="0"/>
            <a:chExt cx="521551" cy="42401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" cy="390144"/>
            </a:xfrm>
            <a:custGeom>
              <a:avLst/>
              <a:gdLst/>
              <a:ahLst/>
              <a:cxnLst/>
              <a:rect r="r" b="b" t="t" l="l"/>
              <a:pathLst>
                <a:path h="39014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1462" cy="423928"/>
            </a:xfrm>
            <a:custGeom>
              <a:avLst/>
              <a:gdLst/>
              <a:ahLst/>
              <a:cxnLst/>
              <a:rect r="r" b="b" t="t" l="l"/>
              <a:pathLst>
                <a:path h="42392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407035"/>
                  </a:lnTo>
                  <a:cubicBezTo>
                    <a:pt x="521462" y="416433"/>
                    <a:pt x="513842" y="423926"/>
                    <a:pt x="504571" y="423926"/>
                  </a:cubicBezTo>
                  <a:lnTo>
                    <a:pt x="16891" y="423926"/>
                  </a:lnTo>
                  <a:cubicBezTo>
                    <a:pt x="7620" y="424053"/>
                    <a:pt x="0" y="416433"/>
                    <a:pt x="0" y="4070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7035"/>
                  </a:lnTo>
                  <a:lnTo>
                    <a:pt x="16891" y="407035"/>
                  </a:lnTo>
                  <a:lnTo>
                    <a:pt x="16891" y="390144"/>
                  </a:lnTo>
                  <a:lnTo>
                    <a:pt x="504571" y="390144"/>
                  </a:lnTo>
                  <a:lnTo>
                    <a:pt x="504571" y="407035"/>
                  </a:lnTo>
                  <a:lnTo>
                    <a:pt x="487680" y="40703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89888" y="7315200"/>
            <a:ext cx="1645920" cy="292608"/>
            <a:chOff x="0" y="0"/>
            <a:chExt cx="2194560" cy="3901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" cy="390144"/>
            </a:xfrm>
            <a:custGeom>
              <a:avLst/>
              <a:gdLst/>
              <a:ahLst/>
              <a:cxnLst/>
              <a:rect r="r" b="b" t="t" l="l"/>
              <a:pathLst>
                <a:path h="39014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19456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Positive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876807" y="7302503"/>
            <a:ext cx="391163" cy="318011"/>
            <a:chOff x="0" y="0"/>
            <a:chExt cx="521551" cy="42401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487680" cy="390144"/>
            </a:xfrm>
            <a:custGeom>
              <a:avLst/>
              <a:gdLst/>
              <a:ahLst/>
              <a:cxnLst/>
              <a:rect r="r" b="b" t="t" l="l"/>
              <a:pathLst>
                <a:path h="39014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1462" cy="423928"/>
            </a:xfrm>
            <a:custGeom>
              <a:avLst/>
              <a:gdLst/>
              <a:ahLst/>
              <a:cxnLst/>
              <a:rect r="r" b="b" t="t" l="l"/>
              <a:pathLst>
                <a:path h="42392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407035"/>
                  </a:lnTo>
                  <a:cubicBezTo>
                    <a:pt x="521462" y="416433"/>
                    <a:pt x="513842" y="423926"/>
                    <a:pt x="504571" y="423926"/>
                  </a:cubicBezTo>
                  <a:lnTo>
                    <a:pt x="16891" y="423926"/>
                  </a:lnTo>
                  <a:cubicBezTo>
                    <a:pt x="7620" y="424053"/>
                    <a:pt x="0" y="416433"/>
                    <a:pt x="0" y="4070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7035"/>
                  </a:lnTo>
                  <a:lnTo>
                    <a:pt x="16891" y="407035"/>
                  </a:lnTo>
                  <a:lnTo>
                    <a:pt x="16891" y="390144"/>
                  </a:lnTo>
                  <a:lnTo>
                    <a:pt x="504571" y="390144"/>
                  </a:lnTo>
                  <a:lnTo>
                    <a:pt x="504571" y="407035"/>
                  </a:lnTo>
                  <a:lnTo>
                    <a:pt x="487680" y="40703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328416" y="7315200"/>
            <a:ext cx="1645920" cy="292608"/>
            <a:chOff x="0" y="0"/>
            <a:chExt cx="2194560" cy="390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94560" cy="390144"/>
            </a:xfrm>
            <a:custGeom>
              <a:avLst/>
              <a:gdLst/>
              <a:ahLst/>
              <a:cxnLst/>
              <a:rect r="r" b="b" t="t" l="l"/>
              <a:pathLst>
                <a:path h="39014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19456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Negative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107943" y="7302503"/>
            <a:ext cx="391163" cy="318011"/>
            <a:chOff x="0" y="0"/>
            <a:chExt cx="521551" cy="42401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487680" cy="390144"/>
            </a:xfrm>
            <a:custGeom>
              <a:avLst/>
              <a:gdLst/>
              <a:ahLst/>
              <a:cxnLst/>
              <a:rect r="r" b="b" t="t" l="l"/>
              <a:pathLst>
                <a:path h="39014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39014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1462" cy="423928"/>
            </a:xfrm>
            <a:custGeom>
              <a:avLst/>
              <a:gdLst/>
              <a:ahLst/>
              <a:cxnLst/>
              <a:rect r="r" b="b" t="t" l="l"/>
              <a:pathLst>
                <a:path h="423928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407035"/>
                  </a:lnTo>
                  <a:cubicBezTo>
                    <a:pt x="521462" y="416433"/>
                    <a:pt x="513842" y="423926"/>
                    <a:pt x="504571" y="423926"/>
                  </a:cubicBezTo>
                  <a:lnTo>
                    <a:pt x="16891" y="423926"/>
                  </a:lnTo>
                  <a:cubicBezTo>
                    <a:pt x="7620" y="424053"/>
                    <a:pt x="0" y="416433"/>
                    <a:pt x="0" y="4070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7035"/>
                  </a:lnTo>
                  <a:lnTo>
                    <a:pt x="16891" y="407035"/>
                  </a:lnTo>
                  <a:lnTo>
                    <a:pt x="16891" y="390144"/>
                  </a:lnTo>
                  <a:lnTo>
                    <a:pt x="504571" y="390144"/>
                  </a:lnTo>
                  <a:lnTo>
                    <a:pt x="504571" y="407035"/>
                  </a:lnTo>
                  <a:lnTo>
                    <a:pt x="487680" y="407035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59552" y="7315200"/>
            <a:ext cx="1645920" cy="292608"/>
            <a:chOff x="0" y="0"/>
            <a:chExt cx="2194560" cy="39014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4560" cy="390144"/>
            </a:xfrm>
            <a:custGeom>
              <a:avLst/>
              <a:gdLst/>
              <a:ahLst/>
              <a:cxnLst/>
              <a:rect r="r" b="b" t="t" l="l"/>
              <a:pathLst>
                <a:path h="39014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19456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 (0)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472167" y="2328167"/>
            <a:ext cx="153419" cy="537467"/>
            <a:chOff x="0" y="0"/>
            <a:chExt cx="204559" cy="7166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740896" y="2304288"/>
            <a:ext cx="3438144" cy="548640"/>
            <a:chOff x="0" y="0"/>
            <a:chExt cx="4584192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Paragraph emotion graph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252192" y="2340864"/>
            <a:ext cx="2633472" cy="512064"/>
            <a:chOff x="0" y="0"/>
            <a:chExt cx="3511296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Plotly line + markers + hover + emoji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472167" y="3169415"/>
            <a:ext cx="153419" cy="537467"/>
            <a:chOff x="0" y="0"/>
            <a:chExt cx="204559" cy="7166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740896" y="3145536"/>
            <a:ext cx="3438144" cy="548640"/>
            <a:chOff x="0" y="0"/>
            <a:chExt cx="4584192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 emotion graph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252192" y="3182112"/>
            <a:ext cx="2633472" cy="512064"/>
            <a:chOff x="0" y="0"/>
            <a:chExt cx="3511296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Cross-section peak flow chart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472167" y="4010663"/>
            <a:ext cx="153419" cy="537467"/>
            <a:chOff x="0" y="0"/>
            <a:chExt cx="204559" cy="71662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740896" y="3986784"/>
            <a:ext cx="3438144" cy="548640"/>
            <a:chOff x="0" y="0"/>
            <a:chExt cx="4584192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 summary cards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252192" y="4023360"/>
            <a:ext cx="2633472" cy="512064"/>
            <a:chOff x="0" y="0"/>
            <a:chExt cx="3511296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Valence, sentiment, counts, dominant emo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472167" y="4851911"/>
            <a:ext cx="153419" cy="537467"/>
            <a:chOff x="0" y="0"/>
            <a:chExt cx="204559" cy="7166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740896" y="4828032"/>
            <a:ext cx="3438144" cy="548640"/>
            <a:chOff x="0" y="0"/>
            <a:chExt cx="4584192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Story shape card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252192" y="4864608"/>
            <a:ext cx="2633472" cy="512064"/>
            <a:chOff x="0" y="0"/>
            <a:chExt cx="3511296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Match name, similarity, alternatives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472167" y="5693159"/>
            <a:ext cx="153419" cy="537467"/>
            <a:chOff x="0" y="0"/>
            <a:chExt cx="204559" cy="71662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740896" y="5669280"/>
            <a:ext cx="3438144" cy="548640"/>
            <a:chOff x="0" y="0"/>
            <a:chExt cx="4584192" cy="7315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summary report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5252192" y="5705856"/>
            <a:ext cx="2633472" cy="512064"/>
            <a:chOff x="0" y="0"/>
            <a:chExt cx="3511296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Card-based readable per-section detail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1472167" y="6534407"/>
            <a:ext cx="153419" cy="537467"/>
            <a:chOff x="0" y="0"/>
            <a:chExt cx="204559" cy="7166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1740896" y="6510528"/>
            <a:ext cx="3438144" cy="548640"/>
            <a:chOff x="0" y="0"/>
            <a:chExt cx="4584192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Paragraph detail table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5252192" y="6547104"/>
            <a:ext cx="2633472" cy="512064"/>
            <a:chOff x="0" y="0"/>
            <a:chExt cx="3511296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Full per-paragraph scores and text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1472167" y="7375655"/>
            <a:ext cx="153419" cy="537467"/>
            <a:chOff x="0" y="0"/>
            <a:chExt cx="204559" cy="716623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740896" y="7351776"/>
            <a:ext cx="3438144" cy="548640"/>
            <a:chOff x="0" y="0"/>
            <a:chExt cx="4584192" cy="73152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 download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5252192" y="7388352"/>
            <a:ext cx="2633472" cy="512064"/>
            <a:chOff x="0" y="0"/>
            <a:chExt cx="3511296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paragraph_emotion_details.csv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1472167" y="8216903"/>
            <a:ext cx="153419" cy="537467"/>
            <a:chOff x="0" y="0"/>
            <a:chExt cx="204559" cy="71662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1740896" y="8193024"/>
            <a:ext cx="3438144" cy="548640"/>
            <a:chOff x="0" y="0"/>
            <a:chExt cx="4584192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output PDF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5252192" y="8229600"/>
            <a:ext cx="2633472" cy="512064"/>
            <a:chOff x="0" y="0"/>
            <a:chExt cx="3511296" cy="68275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PyMuPDF fitz multi-page report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1472167" y="9058151"/>
            <a:ext cx="153419" cy="537467"/>
            <a:chOff x="0" y="0"/>
            <a:chExt cx="204559" cy="716623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70688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04470" cy="716536"/>
            </a:xfrm>
            <a:custGeom>
              <a:avLst/>
              <a:gdLst/>
              <a:ahLst/>
              <a:cxnLst/>
              <a:rect r="r" b="b" t="t" l="l"/>
              <a:pathLst>
                <a:path h="716536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699643"/>
                  </a:lnTo>
                  <a:cubicBezTo>
                    <a:pt x="204470" y="709041"/>
                    <a:pt x="196850" y="716534"/>
                    <a:pt x="18757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87579" y="682752"/>
                  </a:lnTo>
                  <a:lnTo>
                    <a:pt x="187579" y="699643"/>
                  </a:lnTo>
                  <a:lnTo>
                    <a:pt x="170688" y="6996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740896" y="9034272"/>
            <a:ext cx="3438144" cy="548640"/>
            <a:chOff x="0" y="0"/>
            <a:chExt cx="4584192" cy="73152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4584192" cy="731520"/>
            </a:xfrm>
            <a:custGeom>
              <a:avLst/>
              <a:gdLst/>
              <a:ahLst/>
              <a:cxnLst/>
              <a:rect r="r" b="b" t="t" l="l"/>
              <a:pathLst>
                <a:path h="731520" w="4584192">
                  <a:moveTo>
                    <a:pt x="0" y="0"/>
                  </a:moveTo>
                  <a:lnTo>
                    <a:pt x="4584192" y="0"/>
                  </a:lnTo>
                  <a:lnTo>
                    <a:pt x="45841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458419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Story chatbot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5252192" y="9070848"/>
            <a:ext cx="2633472" cy="512064"/>
            <a:chOff x="0" y="0"/>
            <a:chExt cx="3511296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12 quick Qs + open questions answered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672084" y="8389620"/>
            <a:ext cx="2496312" cy="1435608"/>
            <a:chOff x="0" y="0"/>
            <a:chExt cx="3328416" cy="191414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30480" y="30480"/>
              <a:ext cx="3267456" cy="1853184"/>
            </a:xfrm>
            <a:custGeom>
              <a:avLst/>
              <a:gdLst/>
              <a:ahLst/>
              <a:cxnLst/>
              <a:rect r="r" b="b" t="t" l="l"/>
              <a:pathLst>
                <a:path h="1853184" w="3267456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3020187" y="0"/>
                  </a:lnTo>
                  <a:cubicBezTo>
                    <a:pt x="3156712" y="0"/>
                    <a:pt x="3267456" y="109220"/>
                    <a:pt x="3267456" y="243840"/>
                  </a:cubicBezTo>
                  <a:lnTo>
                    <a:pt x="3267456" y="1609344"/>
                  </a:lnTo>
                  <a:cubicBezTo>
                    <a:pt x="3267456" y="1743964"/>
                    <a:pt x="3156712" y="1853184"/>
                    <a:pt x="3020187" y="1853184"/>
                  </a:cubicBezTo>
                  <a:lnTo>
                    <a:pt x="247269" y="1853184"/>
                  </a:lnTo>
                  <a:cubicBezTo>
                    <a:pt x="110744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3328416" cy="1914144"/>
            </a:xfrm>
            <a:custGeom>
              <a:avLst/>
              <a:gdLst/>
              <a:ahLst/>
              <a:cxnLst/>
              <a:rect r="r" b="b" t="t" l="l"/>
              <a:pathLst>
                <a:path h="1914144" w="3328416">
                  <a:moveTo>
                    <a:pt x="0" y="274320"/>
                  </a:moveTo>
                  <a:cubicBezTo>
                    <a:pt x="0" y="122428"/>
                    <a:pt x="124714" y="0"/>
                    <a:pt x="277749" y="0"/>
                  </a:cubicBezTo>
                  <a:lnTo>
                    <a:pt x="3050667" y="0"/>
                  </a:lnTo>
                  <a:lnTo>
                    <a:pt x="3050667" y="30480"/>
                  </a:lnTo>
                  <a:lnTo>
                    <a:pt x="3050667" y="0"/>
                  </a:lnTo>
                  <a:cubicBezTo>
                    <a:pt x="3203702" y="0"/>
                    <a:pt x="3328416" y="122428"/>
                    <a:pt x="3328416" y="274320"/>
                  </a:cubicBezTo>
                  <a:lnTo>
                    <a:pt x="3297936" y="274320"/>
                  </a:lnTo>
                  <a:lnTo>
                    <a:pt x="3328416" y="274320"/>
                  </a:lnTo>
                  <a:lnTo>
                    <a:pt x="3328416" y="1639824"/>
                  </a:lnTo>
                  <a:lnTo>
                    <a:pt x="3297936" y="1639824"/>
                  </a:lnTo>
                  <a:lnTo>
                    <a:pt x="3328416" y="1639824"/>
                  </a:lnTo>
                  <a:cubicBezTo>
                    <a:pt x="3328416" y="1791716"/>
                    <a:pt x="3203702" y="1914144"/>
                    <a:pt x="3050667" y="1914144"/>
                  </a:cubicBezTo>
                  <a:lnTo>
                    <a:pt x="3050667" y="1883664"/>
                  </a:lnTo>
                  <a:lnTo>
                    <a:pt x="3050667" y="1914144"/>
                  </a:lnTo>
                  <a:lnTo>
                    <a:pt x="277749" y="1914144"/>
                  </a:lnTo>
                  <a:lnTo>
                    <a:pt x="277749" y="1883664"/>
                  </a:lnTo>
                  <a:lnTo>
                    <a:pt x="277749" y="1914144"/>
                  </a:lnTo>
                  <a:cubicBezTo>
                    <a:pt x="124714" y="1914144"/>
                    <a:pt x="0" y="1791716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7299"/>
                    <a:pt x="157607" y="1853184"/>
                    <a:pt x="277749" y="1853184"/>
                  </a:cubicBezTo>
                  <a:lnTo>
                    <a:pt x="3050667" y="1853184"/>
                  </a:lnTo>
                  <a:cubicBezTo>
                    <a:pt x="3170809" y="1853184"/>
                    <a:pt x="3267456" y="1757299"/>
                    <a:pt x="3267456" y="1639824"/>
                  </a:cubicBezTo>
                  <a:lnTo>
                    <a:pt x="3267456" y="274320"/>
                  </a:lnTo>
                  <a:cubicBezTo>
                    <a:pt x="3267456" y="156845"/>
                    <a:pt x="3170809" y="60960"/>
                    <a:pt x="3050667" y="60960"/>
                  </a:cubicBezTo>
                  <a:lnTo>
                    <a:pt x="277749" y="60960"/>
                  </a:lnTo>
                  <a:lnTo>
                    <a:pt x="277749" y="30480"/>
                  </a:lnTo>
                  <a:lnTo>
                    <a:pt x="277749" y="60960"/>
                  </a:lnTo>
                  <a:cubicBezTo>
                    <a:pt x="157607" y="60960"/>
                    <a:pt x="60960" y="156845"/>
                    <a:pt x="60960" y="274320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694944" y="8503920"/>
            <a:ext cx="2450592" cy="658368"/>
            <a:chOff x="0" y="0"/>
            <a:chExt cx="3267456" cy="87782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267456" cy="877824"/>
            </a:xfrm>
            <a:custGeom>
              <a:avLst/>
              <a:gdLst/>
              <a:ahLst/>
              <a:cxnLst/>
              <a:rect r="r" b="b" t="t" l="l"/>
              <a:pathLst>
                <a:path h="877824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27" r="0" b="-22527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9525"/>
              <a:ext cx="326745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A5C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&lt; 0.02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694944" y="9144000"/>
            <a:ext cx="2450592" cy="548640"/>
            <a:chOff x="0" y="0"/>
            <a:chExt cx="3267456" cy="73152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267456" cy="731520"/>
            </a:xfrm>
            <a:custGeom>
              <a:avLst/>
              <a:gdLst/>
              <a:ahLst/>
              <a:cxnLst/>
              <a:rect r="r" b="b" t="t" l="l"/>
              <a:pathLst>
                <a:path h="731520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32674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variance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across formats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3305556" y="8389620"/>
            <a:ext cx="2496312" cy="1435608"/>
            <a:chOff x="0" y="0"/>
            <a:chExt cx="3328416" cy="1914144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30480" y="30480"/>
              <a:ext cx="3267456" cy="1853184"/>
            </a:xfrm>
            <a:custGeom>
              <a:avLst/>
              <a:gdLst/>
              <a:ahLst/>
              <a:cxnLst/>
              <a:rect r="r" b="b" t="t" l="l"/>
              <a:pathLst>
                <a:path h="1853184" w="3267456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3020187" y="0"/>
                  </a:lnTo>
                  <a:cubicBezTo>
                    <a:pt x="3156712" y="0"/>
                    <a:pt x="3267456" y="109220"/>
                    <a:pt x="3267456" y="243840"/>
                  </a:cubicBezTo>
                  <a:lnTo>
                    <a:pt x="3267456" y="1609344"/>
                  </a:lnTo>
                  <a:cubicBezTo>
                    <a:pt x="3267456" y="1743964"/>
                    <a:pt x="3156712" y="1853184"/>
                    <a:pt x="3020187" y="1853184"/>
                  </a:cubicBezTo>
                  <a:lnTo>
                    <a:pt x="247269" y="1853184"/>
                  </a:lnTo>
                  <a:cubicBezTo>
                    <a:pt x="110744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328416" cy="1914144"/>
            </a:xfrm>
            <a:custGeom>
              <a:avLst/>
              <a:gdLst/>
              <a:ahLst/>
              <a:cxnLst/>
              <a:rect r="r" b="b" t="t" l="l"/>
              <a:pathLst>
                <a:path h="1914144" w="3328416">
                  <a:moveTo>
                    <a:pt x="0" y="274320"/>
                  </a:moveTo>
                  <a:cubicBezTo>
                    <a:pt x="0" y="122428"/>
                    <a:pt x="124714" y="0"/>
                    <a:pt x="277749" y="0"/>
                  </a:cubicBezTo>
                  <a:lnTo>
                    <a:pt x="3050667" y="0"/>
                  </a:lnTo>
                  <a:lnTo>
                    <a:pt x="3050667" y="30480"/>
                  </a:lnTo>
                  <a:lnTo>
                    <a:pt x="3050667" y="0"/>
                  </a:lnTo>
                  <a:cubicBezTo>
                    <a:pt x="3203702" y="0"/>
                    <a:pt x="3328416" y="122428"/>
                    <a:pt x="3328416" y="274320"/>
                  </a:cubicBezTo>
                  <a:lnTo>
                    <a:pt x="3297936" y="274320"/>
                  </a:lnTo>
                  <a:lnTo>
                    <a:pt x="3328416" y="274320"/>
                  </a:lnTo>
                  <a:lnTo>
                    <a:pt x="3328416" y="1639824"/>
                  </a:lnTo>
                  <a:lnTo>
                    <a:pt x="3297936" y="1639824"/>
                  </a:lnTo>
                  <a:lnTo>
                    <a:pt x="3328416" y="1639824"/>
                  </a:lnTo>
                  <a:cubicBezTo>
                    <a:pt x="3328416" y="1791716"/>
                    <a:pt x="3203702" y="1914144"/>
                    <a:pt x="3050667" y="1914144"/>
                  </a:cubicBezTo>
                  <a:lnTo>
                    <a:pt x="3050667" y="1883664"/>
                  </a:lnTo>
                  <a:lnTo>
                    <a:pt x="3050667" y="1914144"/>
                  </a:lnTo>
                  <a:lnTo>
                    <a:pt x="277749" y="1914144"/>
                  </a:lnTo>
                  <a:lnTo>
                    <a:pt x="277749" y="1883664"/>
                  </a:lnTo>
                  <a:lnTo>
                    <a:pt x="277749" y="1914144"/>
                  </a:lnTo>
                  <a:cubicBezTo>
                    <a:pt x="124714" y="1914144"/>
                    <a:pt x="0" y="1791716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7299"/>
                    <a:pt x="157607" y="1853184"/>
                    <a:pt x="277749" y="1853184"/>
                  </a:cubicBezTo>
                  <a:lnTo>
                    <a:pt x="3050667" y="1853184"/>
                  </a:lnTo>
                  <a:cubicBezTo>
                    <a:pt x="3170809" y="1853184"/>
                    <a:pt x="3267456" y="1757299"/>
                    <a:pt x="3267456" y="1639824"/>
                  </a:cubicBezTo>
                  <a:lnTo>
                    <a:pt x="3267456" y="274320"/>
                  </a:lnTo>
                  <a:cubicBezTo>
                    <a:pt x="3267456" y="156845"/>
                    <a:pt x="3170809" y="60960"/>
                    <a:pt x="3050667" y="60960"/>
                  </a:cubicBezTo>
                  <a:lnTo>
                    <a:pt x="277749" y="60960"/>
                  </a:lnTo>
                  <a:lnTo>
                    <a:pt x="277749" y="30480"/>
                  </a:lnTo>
                  <a:lnTo>
                    <a:pt x="277749" y="60960"/>
                  </a:lnTo>
                  <a:cubicBezTo>
                    <a:pt x="157607" y="60960"/>
                    <a:pt x="60960" y="156845"/>
                    <a:pt x="60960" y="274320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3328416" y="8503920"/>
            <a:ext cx="2450592" cy="658368"/>
            <a:chOff x="0" y="0"/>
            <a:chExt cx="3267456" cy="87782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267456" cy="877824"/>
            </a:xfrm>
            <a:custGeom>
              <a:avLst/>
              <a:gdLst/>
              <a:ahLst/>
              <a:cxnLst/>
              <a:rect r="r" b="b" t="t" l="l"/>
              <a:pathLst>
                <a:path h="877824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27" r="0" b="-22527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9525"/>
              <a:ext cx="326745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A5C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0.87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3328416" y="9144000"/>
            <a:ext cx="2450592" cy="548640"/>
            <a:chOff x="0" y="0"/>
            <a:chExt cx="3267456" cy="73152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267456" cy="731520"/>
            </a:xfrm>
            <a:custGeom>
              <a:avLst/>
              <a:gdLst/>
              <a:ahLst/>
              <a:cxnLst/>
              <a:rect r="r" b="b" t="t" l="l"/>
              <a:pathLst>
                <a:path h="731520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32674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Story shape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similarity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939028" y="8389620"/>
            <a:ext cx="2496312" cy="1435608"/>
            <a:chOff x="0" y="0"/>
            <a:chExt cx="3328416" cy="1914144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30480" y="30480"/>
              <a:ext cx="3267456" cy="1853184"/>
            </a:xfrm>
            <a:custGeom>
              <a:avLst/>
              <a:gdLst/>
              <a:ahLst/>
              <a:cxnLst/>
              <a:rect r="r" b="b" t="t" l="l"/>
              <a:pathLst>
                <a:path h="1853184" w="3267456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3020187" y="0"/>
                  </a:lnTo>
                  <a:cubicBezTo>
                    <a:pt x="3156712" y="0"/>
                    <a:pt x="3267456" y="109220"/>
                    <a:pt x="3267456" y="243840"/>
                  </a:cubicBezTo>
                  <a:lnTo>
                    <a:pt x="3267456" y="1609344"/>
                  </a:lnTo>
                  <a:cubicBezTo>
                    <a:pt x="3267456" y="1743964"/>
                    <a:pt x="3156712" y="1853184"/>
                    <a:pt x="3020187" y="1853184"/>
                  </a:cubicBezTo>
                  <a:lnTo>
                    <a:pt x="247269" y="1853184"/>
                  </a:lnTo>
                  <a:cubicBezTo>
                    <a:pt x="110744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3328416" cy="1914144"/>
            </a:xfrm>
            <a:custGeom>
              <a:avLst/>
              <a:gdLst/>
              <a:ahLst/>
              <a:cxnLst/>
              <a:rect r="r" b="b" t="t" l="l"/>
              <a:pathLst>
                <a:path h="1914144" w="3328416">
                  <a:moveTo>
                    <a:pt x="0" y="274320"/>
                  </a:moveTo>
                  <a:cubicBezTo>
                    <a:pt x="0" y="122428"/>
                    <a:pt x="124714" y="0"/>
                    <a:pt x="277749" y="0"/>
                  </a:cubicBezTo>
                  <a:lnTo>
                    <a:pt x="3050667" y="0"/>
                  </a:lnTo>
                  <a:lnTo>
                    <a:pt x="3050667" y="30480"/>
                  </a:lnTo>
                  <a:lnTo>
                    <a:pt x="3050667" y="0"/>
                  </a:lnTo>
                  <a:cubicBezTo>
                    <a:pt x="3203702" y="0"/>
                    <a:pt x="3328416" y="122428"/>
                    <a:pt x="3328416" y="274320"/>
                  </a:cubicBezTo>
                  <a:lnTo>
                    <a:pt x="3297936" y="274320"/>
                  </a:lnTo>
                  <a:lnTo>
                    <a:pt x="3328416" y="274320"/>
                  </a:lnTo>
                  <a:lnTo>
                    <a:pt x="3328416" y="1639824"/>
                  </a:lnTo>
                  <a:lnTo>
                    <a:pt x="3297936" y="1639824"/>
                  </a:lnTo>
                  <a:lnTo>
                    <a:pt x="3328416" y="1639824"/>
                  </a:lnTo>
                  <a:cubicBezTo>
                    <a:pt x="3328416" y="1791716"/>
                    <a:pt x="3203702" y="1914144"/>
                    <a:pt x="3050667" y="1914144"/>
                  </a:cubicBezTo>
                  <a:lnTo>
                    <a:pt x="3050667" y="1883664"/>
                  </a:lnTo>
                  <a:lnTo>
                    <a:pt x="3050667" y="1914144"/>
                  </a:lnTo>
                  <a:lnTo>
                    <a:pt x="277749" y="1914144"/>
                  </a:lnTo>
                  <a:lnTo>
                    <a:pt x="277749" y="1883664"/>
                  </a:lnTo>
                  <a:lnTo>
                    <a:pt x="277749" y="1914144"/>
                  </a:lnTo>
                  <a:cubicBezTo>
                    <a:pt x="124714" y="1914144"/>
                    <a:pt x="0" y="1791716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7299"/>
                    <a:pt x="157607" y="1853184"/>
                    <a:pt x="277749" y="1853184"/>
                  </a:cubicBezTo>
                  <a:lnTo>
                    <a:pt x="3050667" y="1853184"/>
                  </a:lnTo>
                  <a:cubicBezTo>
                    <a:pt x="3170809" y="1853184"/>
                    <a:pt x="3267456" y="1757299"/>
                    <a:pt x="3267456" y="1639824"/>
                  </a:cubicBezTo>
                  <a:lnTo>
                    <a:pt x="3267456" y="274320"/>
                  </a:lnTo>
                  <a:cubicBezTo>
                    <a:pt x="3267456" y="156845"/>
                    <a:pt x="3170809" y="60960"/>
                    <a:pt x="3050667" y="60960"/>
                  </a:cubicBezTo>
                  <a:lnTo>
                    <a:pt x="277749" y="60960"/>
                  </a:lnTo>
                  <a:lnTo>
                    <a:pt x="277749" y="30480"/>
                  </a:lnTo>
                  <a:lnTo>
                    <a:pt x="277749" y="60960"/>
                  </a:lnTo>
                  <a:cubicBezTo>
                    <a:pt x="157607" y="60960"/>
                    <a:pt x="60960" y="156845"/>
                    <a:pt x="60960" y="274320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961888" y="8503920"/>
            <a:ext cx="2450592" cy="658368"/>
            <a:chOff x="0" y="0"/>
            <a:chExt cx="3267456" cy="87782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267456" cy="877824"/>
            </a:xfrm>
            <a:custGeom>
              <a:avLst/>
              <a:gdLst/>
              <a:ahLst/>
              <a:cxnLst/>
              <a:rect r="r" b="b" t="t" l="l"/>
              <a:pathLst>
                <a:path h="877824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27" r="0" b="-22527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326745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A5C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961888" y="9144000"/>
            <a:ext cx="2450592" cy="548640"/>
            <a:chOff x="0" y="0"/>
            <a:chExt cx="3267456" cy="73152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267456" cy="731520"/>
            </a:xfrm>
            <a:custGeom>
              <a:avLst/>
              <a:gdLst/>
              <a:ahLst/>
              <a:cxnLst/>
              <a:rect r="r" b="b" t="t" l="l"/>
              <a:pathLst>
                <a:path h="731520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32674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8572500" y="8389620"/>
            <a:ext cx="2496312" cy="1435608"/>
            <a:chOff x="0" y="0"/>
            <a:chExt cx="3328416" cy="191414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30480" y="30480"/>
              <a:ext cx="3267456" cy="1853184"/>
            </a:xfrm>
            <a:custGeom>
              <a:avLst/>
              <a:gdLst/>
              <a:ahLst/>
              <a:cxnLst/>
              <a:rect r="r" b="b" t="t" l="l"/>
              <a:pathLst>
                <a:path h="1853184" w="3267456">
                  <a:moveTo>
                    <a:pt x="0" y="243840"/>
                  </a:moveTo>
                  <a:cubicBezTo>
                    <a:pt x="0" y="109220"/>
                    <a:pt x="110744" y="0"/>
                    <a:pt x="247269" y="0"/>
                  </a:cubicBezTo>
                  <a:lnTo>
                    <a:pt x="3020187" y="0"/>
                  </a:lnTo>
                  <a:cubicBezTo>
                    <a:pt x="3156712" y="0"/>
                    <a:pt x="3267456" y="109220"/>
                    <a:pt x="3267456" y="243840"/>
                  </a:cubicBezTo>
                  <a:lnTo>
                    <a:pt x="3267456" y="1609344"/>
                  </a:lnTo>
                  <a:cubicBezTo>
                    <a:pt x="3267456" y="1743964"/>
                    <a:pt x="3156712" y="1853184"/>
                    <a:pt x="3020187" y="1853184"/>
                  </a:cubicBezTo>
                  <a:lnTo>
                    <a:pt x="247269" y="1853184"/>
                  </a:lnTo>
                  <a:cubicBezTo>
                    <a:pt x="110744" y="1853184"/>
                    <a:pt x="0" y="1743964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3328416" cy="1914144"/>
            </a:xfrm>
            <a:custGeom>
              <a:avLst/>
              <a:gdLst/>
              <a:ahLst/>
              <a:cxnLst/>
              <a:rect r="r" b="b" t="t" l="l"/>
              <a:pathLst>
                <a:path h="1914144" w="3328416">
                  <a:moveTo>
                    <a:pt x="0" y="274320"/>
                  </a:moveTo>
                  <a:cubicBezTo>
                    <a:pt x="0" y="122428"/>
                    <a:pt x="124714" y="0"/>
                    <a:pt x="277749" y="0"/>
                  </a:cubicBezTo>
                  <a:lnTo>
                    <a:pt x="3050667" y="0"/>
                  </a:lnTo>
                  <a:lnTo>
                    <a:pt x="3050667" y="30480"/>
                  </a:lnTo>
                  <a:lnTo>
                    <a:pt x="3050667" y="0"/>
                  </a:lnTo>
                  <a:cubicBezTo>
                    <a:pt x="3203702" y="0"/>
                    <a:pt x="3328416" y="122428"/>
                    <a:pt x="3328416" y="274320"/>
                  </a:cubicBezTo>
                  <a:lnTo>
                    <a:pt x="3297936" y="274320"/>
                  </a:lnTo>
                  <a:lnTo>
                    <a:pt x="3328416" y="274320"/>
                  </a:lnTo>
                  <a:lnTo>
                    <a:pt x="3328416" y="1639824"/>
                  </a:lnTo>
                  <a:lnTo>
                    <a:pt x="3297936" y="1639824"/>
                  </a:lnTo>
                  <a:lnTo>
                    <a:pt x="3328416" y="1639824"/>
                  </a:lnTo>
                  <a:cubicBezTo>
                    <a:pt x="3328416" y="1791716"/>
                    <a:pt x="3203702" y="1914144"/>
                    <a:pt x="3050667" y="1914144"/>
                  </a:cubicBezTo>
                  <a:lnTo>
                    <a:pt x="3050667" y="1883664"/>
                  </a:lnTo>
                  <a:lnTo>
                    <a:pt x="3050667" y="1914144"/>
                  </a:lnTo>
                  <a:lnTo>
                    <a:pt x="277749" y="1914144"/>
                  </a:lnTo>
                  <a:lnTo>
                    <a:pt x="277749" y="1883664"/>
                  </a:lnTo>
                  <a:lnTo>
                    <a:pt x="277749" y="1914144"/>
                  </a:lnTo>
                  <a:cubicBezTo>
                    <a:pt x="124714" y="1914144"/>
                    <a:pt x="0" y="1791716"/>
                    <a:pt x="0" y="1639824"/>
                  </a:cubicBezTo>
                  <a:lnTo>
                    <a:pt x="0" y="274320"/>
                  </a:lnTo>
                  <a:lnTo>
                    <a:pt x="30480" y="274320"/>
                  </a:lnTo>
                  <a:lnTo>
                    <a:pt x="0" y="274320"/>
                  </a:lnTo>
                  <a:moveTo>
                    <a:pt x="60960" y="274320"/>
                  </a:moveTo>
                  <a:lnTo>
                    <a:pt x="60960" y="1639824"/>
                  </a:lnTo>
                  <a:lnTo>
                    <a:pt x="30480" y="1639824"/>
                  </a:lnTo>
                  <a:lnTo>
                    <a:pt x="60960" y="1639824"/>
                  </a:lnTo>
                  <a:cubicBezTo>
                    <a:pt x="60960" y="1757299"/>
                    <a:pt x="157607" y="1853184"/>
                    <a:pt x="277749" y="1853184"/>
                  </a:cubicBezTo>
                  <a:lnTo>
                    <a:pt x="3050667" y="1853184"/>
                  </a:lnTo>
                  <a:cubicBezTo>
                    <a:pt x="3170809" y="1853184"/>
                    <a:pt x="3267456" y="1757299"/>
                    <a:pt x="3267456" y="1639824"/>
                  </a:cubicBezTo>
                  <a:lnTo>
                    <a:pt x="3267456" y="274320"/>
                  </a:lnTo>
                  <a:cubicBezTo>
                    <a:pt x="3267456" y="156845"/>
                    <a:pt x="3170809" y="60960"/>
                    <a:pt x="3050667" y="60960"/>
                  </a:cubicBezTo>
                  <a:lnTo>
                    <a:pt x="277749" y="60960"/>
                  </a:lnTo>
                  <a:lnTo>
                    <a:pt x="277749" y="30480"/>
                  </a:lnTo>
                  <a:lnTo>
                    <a:pt x="277749" y="60960"/>
                  </a:lnTo>
                  <a:cubicBezTo>
                    <a:pt x="157607" y="60960"/>
                    <a:pt x="60960" y="156845"/>
                    <a:pt x="60960" y="274320"/>
                  </a:cubicBezTo>
                  <a:close/>
                </a:path>
              </a:pathLst>
            </a:custGeom>
            <a:solidFill>
              <a:srgbClr val="7A5C1E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8595360" y="8503920"/>
            <a:ext cx="2450592" cy="658368"/>
            <a:chOff x="0" y="0"/>
            <a:chExt cx="3267456" cy="877824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267456" cy="877824"/>
            </a:xfrm>
            <a:custGeom>
              <a:avLst/>
              <a:gdLst/>
              <a:ahLst/>
              <a:cxnLst/>
              <a:rect r="r" b="b" t="t" l="l"/>
              <a:pathLst>
                <a:path h="877824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27" r="0" b="-22527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3267456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A5C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8595360" y="9144000"/>
            <a:ext cx="2450592" cy="548640"/>
            <a:chOff x="0" y="0"/>
            <a:chExt cx="3267456" cy="73152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3267456" cy="731520"/>
            </a:xfrm>
            <a:custGeom>
              <a:avLst/>
              <a:gdLst/>
              <a:ahLst/>
              <a:cxnLst/>
              <a:rect r="r" b="b" t="t" l="l"/>
              <a:pathLst>
                <a:path h="731520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326745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formats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Challenges Encountered &amp; Limitations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2247" y="2145287"/>
            <a:ext cx="16923515" cy="1707899"/>
            <a:chOff x="0" y="0"/>
            <a:chExt cx="22564687" cy="22771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530815" cy="2243328"/>
            </a:xfrm>
            <a:custGeom>
              <a:avLst/>
              <a:gdLst/>
              <a:ahLst/>
              <a:cxnLst/>
              <a:rect r="r" b="b" t="t" l="l"/>
              <a:pathLst>
                <a:path h="2243328" w="22530815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22283673" y="0"/>
                  </a:lnTo>
                  <a:cubicBezTo>
                    <a:pt x="22420198" y="0"/>
                    <a:pt x="22530815" y="109220"/>
                    <a:pt x="22530815" y="243840"/>
                  </a:cubicBezTo>
                  <a:lnTo>
                    <a:pt x="22530815" y="1999488"/>
                  </a:lnTo>
                  <a:cubicBezTo>
                    <a:pt x="22530815" y="2134108"/>
                    <a:pt x="22420198" y="2243328"/>
                    <a:pt x="22283673" y="2243328"/>
                  </a:cubicBezTo>
                  <a:lnTo>
                    <a:pt x="247142" y="2243328"/>
                  </a:lnTo>
                  <a:cubicBezTo>
                    <a:pt x="110617" y="2243328"/>
                    <a:pt x="0" y="2134108"/>
                    <a:pt x="0" y="1999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64598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564598">
                  <a:moveTo>
                    <a:pt x="0" y="260731"/>
                  </a:moveTo>
                  <a:cubicBezTo>
                    <a:pt x="0" y="116586"/>
                    <a:pt x="118491" y="0"/>
                    <a:pt x="264033" y="0"/>
                  </a:cubicBezTo>
                  <a:lnTo>
                    <a:pt x="22300564" y="0"/>
                  </a:lnTo>
                  <a:lnTo>
                    <a:pt x="22300564" y="16891"/>
                  </a:lnTo>
                  <a:lnTo>
                    <a:pt x="22300564" y="0"/>
                  </a:lnTo>
                  <a:cubicBezTo>
                    <a:pt x="22446233" y="0"/>
                    <a:pt x="22564598" y="116586"/>
                    <a:pt x="22564598" y="260731"/>
                  </a:cubicBezTo>
                  <a:lnTo>
                    <a:pt x="22547706" y="260731"/>
                  </a:lnTo>
                  <a:lnTo>
                    <a:pt x="22564598" y="260731"/>
                  </a:lnTo>
                  <a:lnTo>
                    <a:pt x="22564598" y="2016379"/>
                  </a:lnTo>
                  <a:lnTo>
                    <a:pt x="22547706" y="2016379"/>
                  </a:lnTo>
                  <a:lnTo>
                    <a:pt x="22564598" y="2016379"/>
                  </a:lnTo>
                  <a:cubicBezTo>
                    <a:pt x="22564598" y="2160651"/>
                    <a:pt x="22446106" y="2277110"/>
                    <a:pt x="22300564" y="2277110"/>
                  </a:cubicBezTo>
                  <a:lnTo>
                    <a:pt x="22300564" y="2260219"/>
                  </a:lnTo>
                  <a:lnTo>
                    <a:pt x="22300564" y="2277110"/>
                  </a:lnTo>
                  <a:lnTo>
                    <a:pt x="264033" y="2277110"/>
                  </a:lnTo>
                  <a:lnTo>
                    <a:pt x="264033" y="2260219"/>
                  </a:lnTo>
                  <a:lnTo>
                    <a:pt x="264033" y="2277110"/>
                  </a:lnTo>
                  <a:cubicBezTo>
                    <a:pt x="118491" y="2277237"/>
                    <a:pt x="0" y="2160651"/>
                    <a:pt x="0" y="201637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2016379"/>
                  </a:lnTo>
                  <a:lnTo>
                    <a:pt x="16891" y="2016379"/>
                  </a:lnTo>
                  <a:lnTo>
                    <a:pt x="33909" y="2016379"/>
                  </a:lnTo>
                  <a:cubicBezTo>
                    <a:pt x="33909" y="2141474"/>
                    <a:pt x="136779" y="2243328"/>
                    <a:pt x="264160" y="2243328"/>
                  </a:cubicBezTo>
                  <a:lnTo>
                    <a:pt x="22300564" y="2243328"/>
                  </a:lnTo>
                  <a:cubicBezTo>
                    <a:pt x="22427946" y="2243328"/>
                    <a:pt x="22530815" y="2141474"/>
                    <a:pt x="22530815" y="2016379"/>
                  </a:cubicBezTo>
                  <a:lnTo>
                    <a:pt x="22530815" y="260731"/>
                  </a:lnTo>
                  <a:cubicBezTo>
                    <a:pt x="22530815" y="135636"/>
                    <a:pt x="22427946" y="33782"/>
                    <a:pt x="22300564" y="33782"/>
                  </a:cubicBezTo>
                  <a:lnTo>
                    <a:pt x="264033" y="33782"/>
                  </a:lnTo>
                  <a:lnTo>
                    <a:pt x="264033" y="16891"/>
                  </a:lnTo>
                  <a:lnTo>
                    <a:pt x="264033" y="33909"/>
                  </a:lnTo>
                  <a:cubicBezTo>
                    <a:pt x="136652" y="33909"/>
                    <a:pt x="33782" y="135763"/>
                    <a:pt x="33782" y="260858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2247" y="2145287"/>
            <a:ext cx="171707" cy="1707899"/>
            <a:chOff x="0" y="0"/>
            <a:chExt cx="228943" cy="2277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2243328"/>
            </a:xfrm>
            <a:custGeom>
              <a:avLst/>
              <a:gdLst/>
              <a:ahLst/>
              <a:cxnLst/>
              <a:rect r="r" b="b" t="t" l="l"/>
              <a:pathLst>
                <a:path h="224332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260219"/>
                  </a:lnTo>
                  <a:cubicBezTo>
                    <a:pt x="228854" y="2269617"/>
                    <a:pt x="221234" y="2277110"/>
                    <a:pt x="211963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11963" y="2243328"/>
                  </a:lnTo>
                  <a:lnTo>
                    <a:pt x="211963" y="2260219"/>
                  </a:lnTo>
                  <a:lnTo>
                    <a:pt x="195072" y="226021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227047" y="2474471"/>
            <a:ext cx="1232411" cy="537467"/>
            <a:chOff x="0" y="0"/>
            <a:chExt cx="1643215" cy="7166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1408811" y="0"/>
                  </a:lnTo>
                  <a:cubicBezTo>
                    <a:pt x="1519555" y="0"/>
                    <a:pt x="1609344" y="87376"/>
                    <a:pt x="1609344" y="195072"/>
                  </a:cubicBezTo>
                  <a:lnTo>
                    <a:pt x="1609344" y="487680"/>
                  </a:lnTo>
                  <a:cubicBezTo>
                    <a:pt x="1609344" y="595376"/>
                    <a:pt x="1519555" y="682752"/>
                    <a:pt x="1408811" y="682752"/>
                  </a:cubicBezTo>
                  <a:lnTo>
                    <a:pt x="200533" y="682752"/>
                  </a:lnTo>
                  <a:cubicBezTo>
                    <a:pt x="89789" y="682752"/>
                    <a:pt x="0" y="595376"/>
                    <a:pt x="0" y="487680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3126" cy="716534"/>
            </a:xfrm>
            <a:custGeom>
              <a:avLst/>
              <a:gdLst/>
              <a:ahLst/>
              <a:cxnLst/>
              <a:rect r="r" b="b" t="t" l="l"/>
              <a:pathLst>
                <a:path h="716534" w="1643126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1425702" y="0"/>
                  </a:lnTo>
                  <a:lnTo>
                    <a:pt x="1425702" y="16891"/>
                  </a:lnTo>
                  <a:lnTo>
                    <a:pt x="1425702" y="0"/>
                  </a:lnTo>
                  <a:cubicBezTo>
                    <a:pt x="1545336" y="0"/>
                    <a:pt x="1643126" y="94488"/>
                    <a:pt x="1643126" y="211963"/>
                  </a:cubicBezTo>
                  <a:lnTo>
                    <a:pt x="1626235" y="211963"/>
                  </a:lnTo>
                  <a:lnTo>
                    <a:pt x="1643126" y="211963"/>
                  </a:lnTo>
                  <a:lnTo>
                    <a:pt x="1643126" y="504571"/>
                  </a:lnTo>
                  <a:lnTo>
                    <a:pt x="1626235" y="504571"/>
                  </a:lnTo>
                  <a:lnTo>
                    <a:pt x="1643126" y="504571"/>
                  </a:lnTo>
                  <a:cubicBezTo>
                    <a:pt x="1643126" y="622046"/>
                    <a:pt x="1545336" y="716534"/>
                    <a:pt x="1425702" y="716534"/>
                  </a:cubicBezTo>
                  <a:lnTo>
                    <a:pt x="1425702" y="699643"/>
                  </a:lnTo>
                  <a:lnTo>
                    <a:pt x="1425702" y="716534"/>
                  </a:lnTo>
                  <a:lnTo>
                    <a:pt x="217424" y="716534"/>
                  </a:lnTo>
                  <a:lnTo>
                    <a:pt x="217424" y="699643"/>
                  </a:lnTo>
                  <a:lnTo>
                    <a:pt x="217424" y="716534"/>
                  </a:lnTo>
                  <a:cubicBezTo>
                    <a:pt x="97790" y="716661"/>
                    <a:pt x="0" y="622173"/>
                    <a:pt x="0" y="50457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602488"/>
                    <a:pt x="115697" y="682752"/>
                    <a:pt x="217551" y="682752"/>
                  </a:cubicBezTo>
                  <a:lnTo>
                    <a:pt x="1425829" y="682752"/>
                  </a:lnTo>
                  <a:cubicBezTo>
                    <a:pt x="1527683" y="682752"/>
                    <a:pt x="1609471" y="602615"/>
                    <a:pt x="1609471" y="504571"/>
                  </a:cubicBezTo>
                  <a:lnTo>
                    <a:pt x="1609471" y="211963"/>
                  </a:lnTo>
                  <a:cubicBezTo>
                    <a:pt x="1609471" y="114046"/>
                    <a:pt x="1527683" y="33782"/>
                    <a:pt x="1425829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239744" y="2487168"/>
            <a:ext cx="1207008" cy="512064"/>
            <a:chOff x="0" y="0"/>
            <a:chExt cx="1609344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31" t="0" r="-443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609344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4128" y="2304288"/>
            <a:ext cx="7315200" cy="512064"/>
            <a:chOff x="0" y="0"/>
            <a:chExt cx="9753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 Inconsistency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4128" y="2816352"/>
            <a:ext cx="15032736" cy="438912"/>
            <a:chOff x="0" y="0"/>
            <a:chExt cx="20043648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 Same story in TXT vs PDF produced scores differing by up to 0.6 — making cross-format comparison impossible.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4128" y="3328416"/>
            <a:ext cx="15032736" cy="438912"/>
            <a:chOff x="0" y="0"/>
            <a:chExt cx="20043648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064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Fix: Built normalize_lines_for_paragraphs() + remove_repeated_page_artifacts() to standardize all formats before any NLP runs.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2247" y="4047239"/>
            <a:ext cx="16923515" cy="1707899"/>
            <a:chOff x="0" y="0"/>
            <a:chExt cx="22564687" cy="22771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2530815" cy="2243328"/>
            </a:xfrm>
            <a:custGeom>
              <a:avLst/>
              <a:gdLst/>
              <a:ahLst/>
              <a:cxnLst/>
              <a:rect r="r" b="b" t="t" l="l"/>
              <a:pathLst>
                <a:path h="2243328" w="22530815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22283673" y="0"/>
                  </a:lnTo>
                  <a:cubicBezTo>
                    <a:pt x="22420198" y="0"/>
                    <a:pt x="22530815" y="109220"/>
                    <a:pt x="22530815" y="243840"/>
                  </a:cubicBezTo>
                  <a:lnTo>
                    <a:pt x="22530815" y="1999488"/>
                  </a:lnTo>
                  <a:cubicBezTo>
                    <a:pt x="22530815" y="2134108"/>
                    <a:pt x="22420198" y="2243328"/>
                    <a:pt x="22283673" y="2243328"/>
                  </a:cubicBezTo>
                  <a:lnTo>
                    <a:pt x="247142" y="2243328"/>
                  </a:lnTo>
                  <a:cubicBezTo>
                    <a:pt x="110617" y="2243328"/>
                    <a:pt x="0" y="2134108"/>
                    <a:pt x="0" y="1999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564598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564598">
                  <a:moveTo>
                    <a:pt x="0" y="260731"/>
                  </a:moveTo>
                  <a:cubicBezTo>
                    <a:pt x="0" y="116586"/>
                    <a:pt x="118491" y="0"/>
                    <a:pt x="264033" y="0"/>
                  </a:cubicBezTo>
                  <a:lnTo>
                    <a:pt x="22300564" y="0"/>
                  </a:lnTo>
                  <a:lnTo>
                    <a:pt x="22300564" y="16891"/>
                  </a:lnTo>
                  <a:lnTo>
                    <a:pt x="22300564" y="0"/>
                  </a:lnTo>
                  <a:cubicBezTo>
                    <a:pt x="22446233" y="0"/>
                    <a:pt x="22564598" y="116586"/>
                    <a:pt x="22564598" y="260731"/>
                  </a:cubicBezTo>
                  <a:lnTo>
                    <a:pt x="22547706" y="260731"/>
                  </a:lnTo>
                  <a:lnTo>
                    <a:pt x="22564598" y="260731"/>
                  </a:lnTo>
                  <a:lnTo>
                    <a:pt x="22564598" y="2016379"/>
                  </a:lnTo>
                  <a:lnTo>
                    <a:pt x="22547706" y="2016379"/>
                  </a:lnTo>
                  <a:lnTo>
                    <a:pt x="22564598" y="2016379"/>
                  </a:lnTo>
                  <a:cubicBezTo>
                    <a:pt x="22564598" y="2160651"/>
                    <a:pt x="22446106" y="2277110"/>
                    <a:pt x="22300564" y="2277110"/>
                  </a:cubicBezTo>
                  <a:lnTo>
                    <a:pt x="22300564" y="2260219"/>
                  </a:lnTo>
                  <a:lnTo>
                    <a:pt x="22300564" y="2277110"/>
                  </a:lnTo>
                  <a:lnTo>
                    <a:pt x="264033" y="2277110"/>
                  </a:lnTo>
                  <a:lnTo>
                    <a:pt x="264033" y="2260219"/>
                  </a:lnTo>
                  <a:lnTo>
                    <a:pt x="264033" y="2277110"/>
                  </a:lnTo>
                  <a:cubicBezTo>
                    <a:pt x="118491" y="2277237"/>
                    <a:pt x="0" y="2160651"/>
                    <a:pt x="0" y="201637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2016379"/>
                  </a:lnTo>
                  <a:lnTo>
                    <a:pt x="16891" y="2016379"/>
                  </a:lnTo>
                  <a:lnTo>
                    <a:pt x="33909" y="2016379"/>
                  </a:lnTo>
                  <a:cubicBezTo>
                    <a:pt x="33909" y="2141474"/>
                    <a:pt x="136779" y="2243328"/>
                    <a:pt x="264160" y="2243328"/>
                  </a:cubicBezTo>
                  <a:lnTo>
                    <a:pt x="22300564" y="2243328"/>
                  </a:lnTo>
                  <a:cubicBezTo>
                    <a:pt x="22427946" y="2243328"/>
                    <a:pt x="22530815" y="2141474"/>
                    <a:pt x="22530815" y="2016379"/>
                  </a:cubicBezTo>
                  <a:lnTo>
                    <a:pt x="22530815" y="260731"/>
                  </a:lnTo>
                  <a:cubicBezTo>
                    <a:pt x="22530815" y="135636"/>
                    <a:pt x="22427946" y="33782"/>
                    <a:pt x="22300564" y="33782"/>
                  </a:cubicBezTo>
                  <a:lnTo>
                    <a:pt x="264033" y="33782"/>
                  </a:lnTo>
                  <a:lnTo>
                    <a:pt x="264033" y="16891"/>
                  </a:lnTo>
                  <a:lnTo>
                    <a:pt x="264033" y="33909"/>
                  </a:lnTo>
                  <a:cubicBezTo>
                    <a:pt x="136652" y="33909"/>
                    <a:pt x="33782" y="135763"/>
                    <a:pt x="33782" y="260858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2247" y="4047239"/>
            <a:ext cx="171707" cy="1707899"/>
            <a:chOff x="0" y="0"/>
            <a:chExt cx="228943" cy="22771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243328"/>
            </a:xfrm>
            <a:custGeom>
              <a:avLst/>
              <a:gdLst/>
              <a:ahLst/>
              <a:cxnLst/>
              <a:rect r="r" b="b" t="t" l="l"/>
              <a:pathLst>
                <a:path h="224332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260219"/>
                  </a:lnTo>
                  <a:cubicBezTo>
                    <a:pt x="228854" y="2269617"/>
                    <a:pt x="221234" y="2277110"/>
                    <a:pt x="211963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11963" y="2243328"/>
                  </a:lnTo>
                  <a:lnTo>
                    <a:pt x="211963" y="2260219"/>
                  </a:lnTo>
                  <a:lnTo>
                    <a:pt x="195072" y="226021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227047" y="4376423"/>
            <a:ext cx="1232411" cy="537467"/>
            <a:chOff x="0" y="0"/>
            <a:chExt cx="1643215" cy="7166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1408811" y="0"/>
                  </a:lnTo>
                  <a:cubicBezTo>
                    <a:pt x="1519555" y="0"/>
                    <a:pt x="1609344" y="87376"/>
                    <a:pt x="1609344" y="195072"/>
                  </a:cubicBezTo>
                  <a:lnTo>
                    <a:pt x="1609344" y="487680"/>
                  </a:lnTo>
                  <a:cubicBezTo>
                    <a:pt x="1609344" y="595376"/>
                    <a:pt x="1519555" y="682752"/>
                    <a:pt x="1408811" y="682752"/>
                  </a:cubicBezTo>
                  <a:lnTo>
                    <a:pt x="200533" y="682752"/>
                  </a:lnTo>
                  <a:cubicBezTo>
                    <a:pt x="89789" y="682752"/>
                    <a:pt x="0" y="595376"/>
                    <a:pt x="0" y="487680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43126" cy="716534"/>
            </a:xfrm>
            <a:custGeom>
              <a:avLst/>
              <a:gdLst/>
              <a:ahLst/>
              <a:cxnLst/>
              <a:rect r="r" b="b" t="t" l="l"/>
              <a:pathLst>
                <a:path h="716534" w="1643126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1425702" y="0"/>
                  </a:lnTo>
                  <a:lnTo>
                    <a:pt x="1425702" y="16891"/>
                  </a:lnTo>
                  <a:lnTo>
                    <a:pt x="1425702" y="0"/>
                  </a:lnTo>
                  <a:cubicBezTo>
                    <a:pt x="1545336" y="0"/>
                    <a:pt x="1643126" y="94488"/>
                    <a:pt x="1643126" y="211963"/>
                  </a:cubicBezTo>
                  <a:lnTo>
                    <a:pt x="1626235" y="211963"/>
                  </a:lnTo>
                  <a:lnTo>
                    <a:pt x="1643126" y="211963"/>
                  </a:lnTo>
                  <a:lnTo>
                    <a:pt x="1643126" y="504571"/>
                  </a:lnTo>
                  <a:lnTo>
                    <a:pt x="1626235" y="504571"/>
                  </a:lnTo>
                  <a:lnTo>
                    <a:pt x="1643126" y="504571"/>
                  </a:lnTo>
                  <a:cubicBezTo>
                    <a:pt x="1643126" y="622046"/>
                    <a:pt x="1545336" y="716534"/>
                    <a:pt x="1425702" y="716534"/>
                  </a:cubicBezTo>
                  <a:lnTo>
                    <a:pt x="1425702" y="699643"/>
                  </a:lnTo>
                  <a:lnTo>
                    <a:pt x="1425702" y="716534"/>
                  </a:lnTo>
                  <a:lnTo>
                    <a:pt x="217424" y="716534"/>
                  </a:lnTo>
                  <a:lnTo>
                    <a:pt x="217424" y="699643"/>
                  </a:lnTo>
                  <a:lnTo>
                    <a:pt x="217424" y="716534"/>
                  </a:lnTo>
                  <a:cubicBezTo>
                    <a:pt x="97790" y="716661"/>
                    <a:pt x="0" y="622173"/>
                    <a:pt x="0" y="50457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602488"/>
                    <a:pt x="115697" y="682752"/>
                    <a:pt x="217551" y="682752"/>
                  </a:cubicBezTo>
                  <a:lnTo>
                    <a:pt x="1425829" y="682752"/>
                  </a:lnTo>
                  <a:cubicBezTo>
                    <a:pt x="1527683" y="682752"/>
                    <a:pt x="1609471" y="602615"/>
                    <a:pt x="1609471" y="504571"/>
                  </a:cubicBezTo>
                  <a:lnTo>
                    <a:pt x="1609471" y="211963"/>
                  </a:lnTo>
                  <a:cubicBezTo>
                    <a:pt x="1609471" y="114046"/>
                    <a:pt x="1527683" y="33782"/>
                    <a:pt x="1425829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239744" y="4389120"/>
            <a:ext cx="1207008" cy="512064"/>
            <a:chOff x="0" y="0"/>
            <a:chExt cx="1609344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31" t="0" r="-443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609344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4128" y="4206240"/>
            <a:ext cx="7315200" cy="512064"/>
            <a:chOff x="0" y="0"/>
            <a:chExt cx="97536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Noise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4128" y="4718304"/>
            <a:ext cx="15032736" cy="438912"/>
            <a:chOff x="0" y="0"/>
            <a:chExt cx="20043648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 Low-resolution or scanned images produced broken words, incorrect spacing, and garbled text that broke sentiment scoring.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4128" y="5230368"/>
            <a:ext cx="15032736" cy="438912"/>
            <a:chOff x="0" y="0"/>
            <a:chExt cx="20043648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064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Fix: preprocess_image_for_ocr(): convert to greyscale → autocontrast → sharpen → scale to min 1600px → pytesseract OEM3 PSM6.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2247" y="5949191"/>
            <a:ext cx="16923515" cy="1707899"/>
            <a:chOff x="0" y="0"/>
            <a:chExt cx="22564687" cy="22771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2530815" cy="2243328"/>
            </a:xfrm>
            <a:custGeom>
              <a:avLst/>
              <a:gdLst/>
              <a:ahLst/>
              <a:cxnLst/>
              <a:rect r="r" b="b" t="t" l="l"/>
              <a:pathLst>
                <a:path h="2243328" w="22530815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22283673" y="0"/>
                  </a:lnTo>
                  <a:cubicBezTo>
                    <a:pt x="22420198" y="0"/>
                    <a:pt x="22530815" y="109220"/>
                    <a:pt x="22530815" y="243840"/>
                  </a:cubicBezTo>
                  <a:lnTo>
                    <a:pt x="22530815" y="1999488"/>
                  </a:lnTo>
                  <a:cubicBezTo>
                    <a:pt x="22530815" y="2134108"/>
                    <a:pt x="22420198" y="2243328"/>
                    <a:pt x="22283673" y="2243328"/>
                  </a:cubicBezTo>
                  <a:lnTo>
                    <a:pt x="247142" y="2243328"/>
                  </a:lnTo>
                  <a:cubicBezTo>
                    <a:pt x="110617" y="2243328"/>
                    <a:pt x="0" y="2134108"/>
                    <a:pt x="0" y="1999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564598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564598">
                  <a:moveTo>
                    <a:pt x="0" y="260731"/>
                  </a:moveTo>
                  <a:cubicBezTo>
                    <a:pt x="0" y="116586"/>
                    <a:pt x="118491" y="0"/>
                    <a:pt x="264033" y="0"/>
                  </a:cubicBezTo>
                  <a:lnTo>
                    <a:pt x="22300564" y="0"/>
                  </a:lnTo>
                  <a:lnTo>
                    <a:pt x="22300564" y="16891"/>
                  </a:lnTo>
                  <a:lnTo>
                    <a:pt x="22300564" y="0"/>
                  </a:lnTo>
                  <a:cubicBezTo>
                    <a:pt x="22446233" y="0"/>
                    <a:pt x="22564598" y="116586"/>
                    <a:pt x="22564598" y="260731"/>
                  </a:cubicBezTo>
                  <a:lnTo>
                    <a:pt x="22547706" y="260731"/>
                  </a:lnTo>
                  <a:lnTo>
                    <a:pt x="22564598" y="260731"/>
                  </a:lnTo>
                  <a:lnTo>
                    <a:pt x="22564598" y="2016379"/>
                  </a:lnTo>
                  <a:lnTo>
                    <a:pt x="22547706" y="2016379"/>
                  </a:lnTo>
                  <a:lnTo>
                    <a:pt x="22564598" y="2016379"/>
                  </a:lnTo>
                  <a:cubicBezTo>
                    <a:pt x="22564598" y="2160651"/>
                    <a:pt x="22446106" y="2277110"/>
                    <a:pt x="22300564" y="2277110"/>
                  </a:cubicBezTo>
                  <a:lnTo>
                    <a:pt x="22300564" y="2260219"/>
                  </a:lnTo>
                  <a:lnTo>
                    <a:pt x="22300564" y="2277110"/>
                  </a:lnTo>
                  <a:lnTo>
                    <a:pt x="264033" y="2277110"/>
                  </a:lnTo>
                  <a:lnTo>
                    <a:pt x="264033" y="2260219"/>
                  </a:lnTo>
                  <a:lnTo>
                    <a:pt x="264033" y="2277110"/>
                  </a:lnTo>
                  <a:cubicBezTo>
                    <a:pt x="118491" y="2277237"/>
                    <a:pt x="0" y="2160651"/>
                    <a:pt x="0" y="201637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2016379"/>
                  </a:lnTo>
                  <a:lnTo>
                    <a:pt x="16891" y="2016379"/>
                  </a:lnTo>
                  <a:lnTo>
                    <a:pt x="33909" y="2016379"/>
                  </a:lnTo>
                  <a:cubicBezTo>
                    <a:pt x="33909" y="2141474"/>
                    <a:pt x="136779" y="2243328"/>
                    <a:pt x="264160" y="2243328"/>
                  </a:cubicBezTo>
                  <a:lnTo>
                    <a:pt x="22300564" y="2243328"/>
                  </a:lnTo>
                  <a:cubicBezTo>
                    <a:pt x="22427946" y="2243328"/>
                    <a:pt x="22530815" y="2141474"/>
                    <a:pt x="22530815" y="2016379"/>
                  </a:cubicBezTo>
                  <a:lnTo>
                    <a:pt x="22530815" y="260731"/>
                  </a:lnTo>
                  <a:cubicBezTo>
                    <a:pt x="22530815" y="135636"/>
                    <a:pt x="22427946" y="33782"/>
                    <a:pt x="22300564" y="33782"/>
                  </a:cubicBezTo>
                  <a:lnTo>
                    <a:pt x="264033" y="33782"/>
                  </a:lnTo>
                  <a:lnTo>
                    <a:pt x="264033" y="16891"/>
                  </a:lnTo>
                  <a:lnTo>
                    <a:pt x="264033" y="33909"/>
                  </a:lnTo>
                  <a:cubicBezTo>
                    <a:pt x="136652" y="33909"/>
                    <a:pt x="33782" y="135763"/>
                    <a:pt x="33782" y="260858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82247" y="5949191"/>
            <a:ext cx="171707" cy="1707899"/>
            <a:chOff x="0" y="0"/>
            <a:chExt cx="228943" cy="22771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95072" cy="2243328"/>
            </a:xfrm>
            <a:custGeom>
              <a:avLst/>
              <a:gdLst/>
              <a:ahLst/>
              <a:cxnLst/>
              <a:rect r="r" b="b" t="t" l="l"/>
              <a:pathLst>
                <a:path h="224332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8854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260219"/>
                  </a:lnTo>
                  <a:cubicBezTo>
                    <a:pt x="228854" y="2269617"/>
                    <a:pt x="221234" y="2277110"/>
                    <a:pt x="211963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11963" y="2243328"/>
                  </a:lnTo>
                  <a:lnTo>
                    <a:pt x="211963" y="2260219"/>
                  </a:lnTo>
                  <a:lnTo>
                    <a:pt x="195072" y="226021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227047" y="6278375"/>
            <a:ext cx="1232411" cy="537467"/>
            <a:chOff x="0" y="0"/>
            <a:chExt cx="1643215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1408811" y="0"/>
                  </a:lnTo>
                  <a:cubicBezTo>
                    <a:pt x="1519555" y="0"/>
                    <a:pt x="1609344" y="87376"/>
                    <a:pt x="1609344" y="195072"/>
                  </a:cubicBezTo>
                  <a:lnTo>
                    <a:pt x="1609344" y="487680"/>
                  </a:lnTo>
                  <a:cubicBezTo>
                    <a:pt x="1609344" y="595376"/>
                    <a:pt x="1519555" y="682752"/>
                    <a:pt x="1408811" y="682752"/>
                  </a:cubicBezTo>
                  <a:lnTo>
                    <a:pt x="200533" y="682752"/>
                  </a:lnTo>
                  <a:cubicBezTo>
                    <a:pt x="89789" y="682752"/>
                    <a:pt x="0" y="595376"/>
                    <a:pt x="0" y="487680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43126" cy="716534"/>
            </a:xfrm>
            <a:custGeom>
              <a:avLst/>
              <a:gdLst/>
              <a:ahLst/>
              <a:cxnLst/>
              <a:rect r="r" b="b" t="t" l="l"/>
              <a:pathLst>
                <a:path h="716534" w="1643126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1425702" y="0"/>
                  </a:lnTo>
                  <a:lnTo>
                    <a:pt x="1425702" y="16891"/>
                  </a:lnTo>
                  <a:lnTo>
                    <a:pt x="1425702" y="0"/>
                  </a:lnTo>
                  <a:cubicBezTo>
                    <a:pt x="1545336" y="0"/>
                    <a:pt x="1643126" y="94488"/>
                    <a:pt x="1643126" y="211963"/>
                  </a:cubicBezTo>
                  <a:lnTo>
                    <a:pt x="1626235" y="211963"/>
                  </a:lnTo>
                  <a:lnTo>
                    <a:pt x="1643126" y="211963"/>
                  </a:lnTo>
                  <a:lnTo>
                    <a:pt x="1643126" y="504571"/>
                  </a:lnTo>
                  <a:lnTo>
                    <a:pt x="1626235" y="504571"/>
                  </a:lnTo>
                  <a:lnTo>
                    <a:pt x="1643126" y="504571"/>
                  </a:lnTo>
                  <a:cubicBezTo>
                    <a:pt x="1643126" y="622046"/>
                    <a:pt x="1545336" y="716534"/>
                    <a:pt x="1425702" y="716534"/>
                  </a:cubicBezTo>
                  <a:lnTo>
                    <a:pt x="1425702" y="699643"/>
                  </a:lnTo>
                  <a:lnTo>
                    <a:pt x="1425702" y="716534"/>
                  </a:lnTo>
                  <a:lnTo>
                    <a:pt x="217424" y="716534"/>
                  </a:lnTo>
                  <a:lnTo>
                    <a:pt x="217424" y="699643"/>
                  </a:lnTo>
                  <a:lnTo>
                    <a:pt x="217424" y="716534"/>
                  </a:lnTo>
                  <a:cubicBezTo>
                    <a:pt x="97790" y="716661"/>
                    <a:pt x="0" y="622173"/>
                    <a:pt x="0" y="50457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602488"/>
                    <a:pt x="115697" y="682752"/>
                    <a:pt x="217551" y="682752"/>
                  </a:cubicBezTo>
                  <a:lnTo>
                    <a:pt x="1425829" y="682752"/>
                  </a:lnTo>
                  <a:cubicBezTo>
                    <a:pt x="1527683" y="682752"/>
                    <a:pt x="1609471" y="602615"/>
                    <a:pt x="1609471" y="504571"/>
                  </a:cubicBezTo>
                  <a:lnTo>
                    <a:pt x="1609471" y="211963"/>
                  </a:lnTo>
                  <a:cubicBezTo>
                    <a:pt x="1609471" y="114046"/>
                    <a:pt x="1527683" y="33782"/>
                    <a:pt x="1425829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239744" y="6291072"/>
            <a:ext cx="1207008" cy="512064"/>
            <a:chOff x="0" y="0"/>
            <a:chExt cx="1609344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31" t="0" r="-443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609344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4128" y="6108192"/>
            <a:ext cx="7315200" cy="512064"/>
            <a:chOff x="0" y="0"/>
            <a:chExt cx="9753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Sentence Boundary Detection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24128" y="6620256"/>
            <a:ext cx="15032736" cy="438912"/>
            <a:chOff x="0" y="0"/>
            <a:chExt cx="20043648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 PDF extraction collapses multi-sentence paragraphs into single long lines, distorting the analysis unit boundaries.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24128" y="7132320"/>
            <a:ext cx="15032736" cy="438912"/>
            <a:chOff x="0" y="0"/>
            <a:chExt cx="20043648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064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Fix: split_into_sentences() uses regex on punctuation boundaries; analysis units capped at ~100 words with MIN_ANALYSIS_WORDS=12 guard.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2247" y="7851143"/>
            <a:ext cx="16923515" cy="1707899"/>
            <a:chOff x="0" y="0"/>
            <a:chExt cx="22564687" cy="227719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2530815" cy="2243328"/>
            </a:xfrm>
            <a:custGeom>
              <a:avLst/>
              <a:gdLst/>
              <a:ahLst/>
              <a:cxnLst/>
              <a:rect r="r" b="b" t="t" l="l"/>
              <a:pathLst>
                <a:path h="2243328" w="22530815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22283673" y="0"/>
                  </a:lnTo>
                  <a:cubicBezTo>
                    <a:pt x="22420198" y="0"/>
                    <a:pt x="22530815" y="109220"/>
                    <a:pt x="22530815" y="243840"/>
                  </a:cubicBezTo>
                  <a:lnTo>
                    <a:pt x="22530815" y="1999488"/>
                  </a:lnTo>
                  <a:cubicBezTo>
                    <a:pt x="22530815" y="2134108"/>
                    <a:pt x="22420198" y="2243328"/>
                    <a:pt x="22283673" y="2243328"/>
                  </a:cubicBezTo>
                  <a:lnTo>
                    <a:pt x="247142" y="2243328"/>
                  </a:lnTo>
                  <a:cubicBezTo>
                    <a:pt x="110617" y="2243328"/>
                    <a:pt x="0" y="2134108"/>
                    <a:pt x="0" y="1999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564598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564598">
                  <a:moveTo>
                    <a:pt x="0" y="260731"/>
                  </a:moveTo>
                  <a:cubicBezTo>
                    <a:pt x="0" y="116586"/>
                    <a:pt x="118491" y="0"/>
                    <a:pt x="264033" y="0"/>
                  </a:cubicBezTo>
                  <a:lnTo>
                    <a:pt x="22300564" y="0"/>
                  </a:lnTo>
                  <a:lnTo>
                    <a:pt x="22300564" y="16891"/>
                  </a:lnTo>
                  <a:lnTo>
                    <a:pt x="22300564" y="0"/>
                  </a:lnTo>
                  <a:cubicBezTo>
                    <a:pt x="22446233" y="0"/>
                    <a:pt x="22564598" y="116586"/>
                    <a:pt x="22564598" y="260731"/>
                  </a:cubicBezTo>
                  <a:lnTo>
                    <a:pt x="22547706" y="260731"/>
                  </a:lnTo>
                  <a:lnTo>
                    <a:pt x="22564598" y="260731"/>
                  </a:lnTo>
                  <a:lnTo>
                    <a:pt x="22564598" y="2016379"/>
                  </a:lnTo>
                  <a:lnTo>
                    <a:pt x="22547706" y="2016379"/>
                  </a:lnTo>
                  <a:lnTo>
                    <a:pt x="22564598" y="2016379"/>
                  </a:lnTo>
                  <a:cubicBezTo>
                    <a:pt x="22564598" y="2160651"/>
                    <a:pt x="22446106" y="2277110"/>
                    <a:pt x="22300564" y="2277110"/>
                  </a:cubicBezTo>
                  <a:lnTo>
                    <a:pt x="22300564" y="2260219"/>
                  </a:lnTo>
                  <a:lnTo>
                    <a:pt x="22300564" y="2277110"/>
                  </a:lnTo>
                  <a:lnTo>
                    <a:pt x="264033" y="2277110"/>
                  </a:lnTo>
                  <a:lnTo>
                    <a:pt x="264033" y="2260219"/>
                  </a:lnTo>
                  <a:lnTo>
                    <a:pt x="264033" y="2277110"/>
                  </a:lnTo>
                  <a:cubicBezTo>
                    <a:pt x="118491" y="2277237"/>
                    <a:pt x="0" y="2160651"/>
                    <a:pt x="0" y="201637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2016379"/>
                  </a:lnTo>
                  <a:lnTo>
                    <a:pt x="16891" y="2016379"/>
                  </a:lnTo>
                  <a:lnTo>
                    <a:pt x="33909" y="2016379"/>
                  </a:lnTo>
                  <a:cubicBezTo>
                    <a:pt x="33909" y="2141474"/>
                    <a:pt x="136779" y="2243328"/>
                    <a:pt x="264160" y="2243328"/>
                  </a:cubicBezTo>
                  <a:lnTo>
                    <a:pt x="22300564" y="2243328"/>
                  </a:lnTo>
                  <a:cubicBezTo>
                    <a:pt x="22427946" y="2243328"/>
                    <a:pt x="22530815" y="2141474"/>
                    <a:pt x="22530815" y="2016379"/>
                  </a:cubicBezTo>
                  <a:lnTo>
                    <a:pt x="22530815" y="260731"/>
                  </a:lnTo>
                  <a:cubicBezTo>
                    <a:pt x="22530815" y="135636"/>
                    <a:pt x="22427946" y="33782"/>
                    <a:pt x="22300564" y="33782"/>
                  </a:cubicBezTo>
                  <a:lnTo>
                    <a:pt x="264033" y="33782"/>
                  </a:lnTo>
                  <a:lnTo>
                    <a:pt x="264033" y="16891"/>
                  </a:lnTo>
                  <a:lnTo>
                    <a:pt x="264033" y="33909"/>
                  </a:lnTo>
                  <a:cubicBezTo>
                    <a:pt x="136652" y="33909"/>
                    <a:pt x="33782" y="135763"/>
                    <a:pt x="33782" y="260858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2247" y="7851143"/>
            <a:ext cx="171707" cy="1707899"/>
            <a:chOff x="0" y="0"/>
            <a:chExt cx="228943" cy="22771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95072" cy="2243328"/>
            </a:xfrm>
            <a:custGeom>
              <a:avLst/>
              <a:gdLst/>
              <a:ahLst/>
              <a:cxnLst/>
              <a:rect r="r" b="b" t="t" l="l"/>
              <a:pathLst>
                <a:path h="224332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854" cy="2277110"/>
            </a:xfrm>
            <a:custGeom>
              <a:avLst/>
              <a:gdLst/>
              <a:ahLst/>
              <a:cxnLst/>
              <a:rect r="r" b="b" t="t" l="l"/>
              <a:pathLst>
                <a:path h="227711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260219"/>
                  </a:lnTo>
                  <a:cubicBezTo>
                    <a:pt x="228854" y="2269617"/>
                    <a:pt x="221234" y="2277110"/>
                    <a:pt x="211963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11963" y="2243328"/>
                  </a:lnTo>
                  <a:lnTo>
                    <a:pt x="211963" y="2260219"/>
                  </a:lnTo>
                  <a:lnTo>
                    <a:pt x="195072" y="226021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227047" y="8180327"/>
            <a:ext cx="1232411" cy="537467"/>
            <a:chOff x="0" y="0"/>
            <a:chExt cx="1643215" cy="7166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195072"/>
                  </a:moveTo>
                  <a:cubicBezTo>
                    <a:pt x="0" y="87376"/>
                    <a:pt x="89789" y="0"/>
                    <a:pt x="200533" y="0"/>
                  </a:cubicBezTo>
                  <a:lnTo>
                    <a:pt x="1408811" y="0"/>
                  </a:lnTo>
                  <a:cubicBezTo>
                    <a:pt x="1519555" y="0"/>
                    <a:pt x="1609344" y="87376"/>
                    <a:pt x="1609344" y="195072"/>
                  </a:cubicBezTo>
                  <a:lnTo>
                    <a:pt x="1609344" y="487680"/>
                  </a:lnTo>
                  <a:cubicBezTo>
                    <a:pt x="1609344" y="595376"/>
                    <a:pt x="1519555" y="682752"/>
                    <a:pt x="1408811" y="682752"/>
                  </a:cubicBezTo>
                  <a:lnTo>
                    <a:pt x="200533" y="682752"/>
                  </a:lnTo>
                  <a:cubicBezTo>
                    <a:pt x="89789" y="682752"/>
                    <a:pt x="0" y="595376"/>
                    <a:pt x="0" y="487680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43126" cy="716534"/>
            </a:xfrm>
            <a:custGeom>
              <a:avLst/>
              <a:gdLst/>
              <a:ahLst/>
              <a:cxnLst/>
              <a:rect r="r" b="b" t="t" l="l"/>
              <a:pathLst>
                <a:path h="716534" w="1643126">
                  <a:moveTo>
                    <a:pt x="0" y="211963"/>
                  </a:moveTo>
                  <a:cubicBezTo>
                    <a:pt x="0" y="94488"/>
                    <a:pt x="97790" y="0"/>
                    <a:pt x="217424" y="0"/>
                  </a:cubicBezTo>
                  <a:lnTo>
                    <a:pt x="1425702" y="0"/>
                  </a:lnTo>
                  <a:lnTo>
                    <a:pt x="1425702" y="16891"/>
                  </a:lnTo>
                  <a:lnTo>
                    <a:pt x="1425702" y="0"/>
                  </a:lnTo>
                  <a:cubicBezTo>
                    <a:pt x="1545336" y="0"/>
                    <a:pt x="1643126" y="94488"/>
                    <a:pt x="1643126" y="211963"/>
                  </a:cubicBezTo>
                  <a:lnTo>
                    <a:pt x="1626235" y="211963"/>
                  </a:lnTo>
                  <a:lnTo>
                    <a:pt x="1643126" y="211963"/>
                  </a:lnTo>
                  <a:lnTo>
                    <a:pt x="1643126" y="504571"/>
                  </a:lnTo>
                  <a:lnTo>
                    <a:pt x="1626235" y="504571"/>
                  </a:lnTo>
                  <a:lnTo>
                    <a:pt x="1643126" y="504571"/>
                  </a:lnTo>
                  <a:cubicBezTo>
                    <a:pt x="1643126" y="622046"/>
                    <a:pt x="1545336" y="716534"/>
                    <a:pt x="1425702" y="716534"/>
                  </a:cubicBezTo>
                  <a:lnTo>
                    <a:pt x="1425702" y="699643"/>
                  </a:lnTo>
                  <a:lnTo>
                    <a:pt x="1425702" y="716534"/>
                  </a:lnTo>
                  <a:lnTo>
                    <a:pt x="217424" y="716534"/>
                  </a:lnTo>
                  <a:lnTo>
                    <a:pt x="217424" y="699643"/>
                  </a:lnTo>
                  <a:lnTo>
                    <a:pt x="217424" y="716534"/>
                  </a:lnTo>
                  <a:cubicBezTo>
                    <a:pt x="97790" y="716661"/>
                    <a:pt x="0" y="622173"/>
                    <a:pt x="0" y="504571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602488"/>
                    <a:pt x="115697" y="682752"/>
                    <a:pt x="217551" y="682752"/>
                  </a:cubicBezTo>
                  <a:lnTo>
                    <a:pt x="1425829" y="682752"/>
                  </a:lnTo>
                  <a:cubicBezTo>
                    <a:pt x="1527683" y="682752"/>
                    <a:pt x="1609471" y="602615"/>
                    <a:pt x="1609471" y="504571"/>
                  </a:cubicBezTo>
                  <a:lnTo>
                    <a:pt x="1609471" y="211963"/>
                  </a:lnTo>
                  <a:cubicBezTo>
                    <a:pt x="1609471" y="114046"/>
                    <a:pt x="1527683" y="33782"/>
                    <a:pt x="1425829" y="33782"/>
                  </a:cubicBezTo>
                  <a:lnTo>
                    <a:pt x="217424" y="33782"/>
                  </a:lnTo>
                  <a:lnTo>
                    <a:pt x="217424" y="16891"/>
                  </a:lnTo>
                  <a:lnTo>
                    <a:pt x="217424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239744" y="8193024"/>
            <a:ext cx="1207008" cy="512064"/>
            <a:chOff x="0" y="0"/>
            <a:chExt cx="1609344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09344" cy="682752"/>
            </a:xfrm>
            <a:custGeom>
              <a:avLst/>
              <a:gdLst/>
              <a:ahLst/>
              <a:cxnLst/>
              <a:rect r="r" b="b" t="t" l="l"/>
              <a:pathLst>
                <a:path h="682752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31" t="0" r="-443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609344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Solved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4128" y="8010144"/>
            <a:ext cx="7315200" cy="512064"/>
            <a:chOff x="0" y="0"/>
            <a:chExt cx="97536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 Model Availability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24128" y="8522208"/>
            <a:ext cx="15032736" cy="438912"/>
            <a:chOff x="0" y="0"/>
            <a:chExt cx="20043648" cy="58521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 DistilRoBERTa requires ~250MB download and GPU/CPU inference — unavailable in all deployment environments.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4128" y="9034272"/>
            <a:ext cx="15032736" cy="438912"/>
            <a:chOff x="0" y="0"/>
            <a:chExt cx="20043648" cy="5852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043648" cy="585216"/>
            </a:xfrm>
            <a:custGeom>
              <a:avLst/>
              <a:gdLst/>
              <a:ahLst/>
              <a:cxnLst/>
              <a:rect r="r" b="b" t="t" l="l"/>
              <a:pathLst>
                <a:path h="585216" w="20043648">
                  <a:moveTo>
                    <a:pt x="0" y="0"/>
                  </a:moveTo>
                  <a:lnTo>
                    <a:pt x="20043648" y="0"/>
                  </a:lnTo>
                  <a:lnTo>
                    <a:pt x="20043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362" r="0" b="-61736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0043648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064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Fix: fallback_emotion_scores() uses keyword word-lists + VADER compound score; app is fully functional without the transformer.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" y="512064"/>
            <a:ext cx="1645920" cy="438912"/>
            <a:chOff x="0" y="0"/>
            <a:chExt cx="219456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6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824" y="694944"/>
            <a:ext cx="16459200" cy="1133856"/>
            <a:chOff x="0" y="0"/>
            <a:chExt cx="2194560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Limitations &amp; 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541" y="2132581"/>
            <a:ext cx="8371837" cy="7274557"/>
            <a:chOff x="0" y="0"/>
            <a:chExt cx="11162449" cy="9699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909" y="33909"/>
              <a:ext cx="11094720" cy="9631680"/>
            </a:xfrm>
            <a:custGeom>
              <a:avLst/>
              <a:gdLst/>
              <a:ahLst/>
              <a:cxnLst/>
              <a:rect r="r" b="b" t="t" l="l"/>
              <a:pathLst>
                <a:path h="9631680" w="11094720">
                  <a:moveTo>
                    <a:pt x="0" y="292608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10801858" y="0"/>
                  </a:lnTo>
                  <a:cubicBezTo>
                    <a:pt x="10963656" y="0"/>
                    <a:pt x="11094720" y="131064"/>
                    <a:pt x="11094720" y="292608"/>
                  </a:cubicBezTo>
                  <a:lnTo>
                    <a:pt x="11094720" y="9339072"/>
                  </a:lnTo>
                  <a:cubicBezTo>
                    <a:pt x="11094720" y="9500616"/>
                    <a:pt x="10963656" y="9631680"/>
                    <a:pt x="10801858" y="9631680"/>
                  </a:cubicBezTo>
                  <a:lnTo>
                    <a:pt x="292862" y="9631680"/>
                  </a:lnTo>
                  <a:cubicBezTo>
                    <a:pt x="131064" y="9631680"/>
                    <a:pt x="0" y="9500617"/>
                    <a:pt x="0" y="9339072"/>
                  </a:cubicBezTo>
                  <a:close/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62538" cy="9699499"/>
            </a:xfrm>
            <a:custGeom>
              <a:avLst/>
              <a:gdLst/>
              <a:ahLst/>
              <a:cxnLst/>
              <a:rect r="r" b="b" t="t" l="l"/>
              <a:pathLst>
                <a:path h="9699499" w="11162538">
                  <a:moveTo>
                    <a:pt x="0" y="326517"/>
                  </a:moveTo>
                  <a:cubicBezTo>
                    <a:pt x="0" y="146177"/>
                    <a:pt x="146304" y="0"/>
                    <a:pt x="326771" y="0"/>
                  </a:cubicBezTo>
                  <a:lnTo>
                    <a:pt x="10835767" y="0"/>
                  </a:lnTo>
                  <a:lnTo>
                    <a:pt x="10835767" y="33909"/>
                  </a:lnTo>
                  <a:lnTo>
                    <a:pt x="10835767" y="0"/>
                  </a:lnTo>
                  <a:cubicBezTo>
                    <a:pt x="11016235" y="0"/>
                    <a:pt x="11162538" y="146177"/>
                    <a:pt x="11162538" y="326517"/>
                  </a:cubicBezTo>
                  <a:lnTo>
                    <a:pt x="11128629" y="326517"/>
                  </a:lnTo>
                  <a:lnTo>
                    <a:pt x="11162538" y="326517"/>
                  </a:lnTo>
                  <a:lnTo>
                    <a:pt x="11162538" y="9372981"/>
                  </a:lnTo>
                  <a:lnTo>
                    <a:pt x="11128629" y="9372981"/>
                  </a:lnTo>
                  <a:lnTo>
                    <a:pt x="11162538" y="9372981"/>
                  </a:lnTo>
                  <a:cubicBezTo>
                    <a:pt x="11162538" y="9553322"/>
                    <a:pt x="11016235" y="9699499"/>
                    <a:pt x="10835767" y="9699499"/>
                  </a:cubicBezTo>
                  <a:lnTo>
                    <a:pt x="10835767" y="9665589"/>
                  </a:lnTo>
                  <a:lnTo>
                    <a:pt x="10835767" y="9699499"/>
                  </a:lnTo>
                  <a:lnTo>
                    <a:pt x="326771" y="9699499"/>
                  </a:lnTo>
                  <a:lnTo>
                    <a:pt x="326771" y="9665589"/>
                  </a:lnTo>
                  <a:lnTo>
                    <a:pt x="326771" y="9699499"/>
                  </a:lnTo>
                  <a:cubicBezTo>
                    <a:pt x="146304" y="9699371"/>
                    <a:pt x="0" y="9553321"/>
                    <a:pt x="0" y="9372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9372981"/>
                  </a:lnTo>
                  <a:lnTo>
                    <a:pt x="33909" y="9372981"/>
                  </a:lnTo>
                  <a:lnTo>
                    <a:pt x="67691" y="9372981"/>
                  </a:lnTo>
                  <a:cubicBezTo>
                    <a:pt x="67691" y="9515856"/>
                    <a:pt x="183642" y="9631680"/>
                    <a:pt x="326644" y="9631680"/>
                  </a:cubicBezTo>
                  <a:lnTo>
                    <a:pt x="10835767" y="9631680"/>
                  </a:lnTo>
                  <a:cubicBezTo>
                    <a:pt x="10978897" y="9631680"/>
                    <a:pt x="11094720" y="9515856"/>
                    <a:pt x="11094720" y="9372981"/>
                  </a:cubicBezTo>
                  <a:lnTo>
                    <a:pt x="11094720" y="326517"/>
                  </a:lnTo>
                  <a:cubicBezTo>
                    <a:pt x="11094720" y="183642"/>
                    <a:pt x="10978769" y="67818"/>
                    <a:pt x="10835767" y="67818"/>
                  </a:cubicBezTo>
                  <a:lnTo>
                    <a:pt x="326771" y="67818"/>
                  </a:lnTo>
                  <a:lnTo>
                    <a:pt x="326771" y="33909"/>
                  </a:lnTo>
                  <a:lnTo>
                    <a:pt x="326771" y="67691"/>
                  </a:lnTo>
                  <a:cubicBezTo>
                    <a:pt x="183642" y="67691"/>
                    <a:pt x="67818" y="183515"/>
                    <a:pt x="67818" y="326390"/>
                  </a:cubicBez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82247" y="2145287"/>
            <a:ext cx="8346443" cy="866651"/>
            <a:chOff x="0" y="0"/>
            <a:chExt cx="11128591" cy="11555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ECAC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267712"/>
            <a:ext cx="7863840" cy="512064"/>
            <a:chOff x="0" y="0"/>
            <a:chExt cx="104851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205991"/>
            <a:ext cx="7889243" cy="866651"/>
            <a:chOff x="0" y="0"/>
            <a:chExt cx="10518991" cy="1155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10284841" y="0"/>
                  </a:lnTo>
                  <a:cubicBezTo>
                    <a:pt x="10395458" y="0"/>
                    <a:pt x="10485120" y="87376"/>
                    <a:pt x="10485120" y="195072"/>
                  </a:cubicBezTo>
                  <a:lnTo>
                    <a:pt x="10485120" y="926592"/>
                  </a:lnTo>
                  <a:cubicBezTo>
                    <a:pt x="10485120" y="1034288"/>
                    <a:pt x="10395458" y="1121664"/>
                    <a:pt x="10284841" y="1121664"/>
                  </a:cubicBezTo>
                  <a:lnTo>
                    <a:pt x="200406" y="1121664"/>
                  </a:lnTo>
                  <a:cubicBezTo>
                    <a:pt x="89789" y="1121664"/>
                    <a:pt x="127" y="1034288"/>
                    <a:pt x="127" y="926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9028" cy="1155446"/>
            </a:xfrm>
            <a:custGeom>
              <a:avLst/>
              <a:gdLst/>
              <a:ahLst/>
              <a:cxnLst/>
              <a:rect r="r" b="b" t="t" l="l"/>
              <a:pathLst>
                <a:path h="1155446" w="10519028">
                  <a:moveTo>
                    <a:pt x="0" y="211963"/>
                  </a:moveTo>
                  <a:cubicBezTo>
                    <a:pt x="0" y="94488"/>
                    <a:pt x="97663" y="0"/>
                    <a:pt x="217297" y="0"/>
                  </a:cubicBezTo>
                  <a:lnTo>
                    <a:pt x="10301732" y="0"/>
                  </a:lnTo>
                  <a:lnTo>
                    <a:pt x="10301732" y="16891"/>
                  </a:lnTo>
                  <a:lnTo>
                    <a:pt x="10301732" y="0"/>
                  </a:lnTo>
                  <a:cubicBezTo>
                    <a:pt x="10421238" y="0"/>
                    <a:pt x="10519028" y="94488"/>
                    <a:pt x="10519028" y="211963"/>
                  </a:cubicBezTo>
                  <a:lnTo>
                    <a:pt x="10502138" y="211963"/>
                  </a:lnTo>
                  <a:lnTo>
                    <a:pt x="10519028" y="211963"/>
                  </a:lnTo>
                  <a:lnTo>
                    <a:pt x="10519028" y="943483"/>
                  </a:lnTo>
                  <a:lnTo>
                    <a:pt x="10502138" y="943483"/>
                  </a:lnTo>
                  <a:lnTo>
                    <a:pt x="10519028" y="943483"/>
                  </a:lnTo>
                  <a:cubicBezTo>
                    <a:pt x="10519028" y="1060958"/>
                    <a:pt x="10421365" y="1155446"/>
                    <a:pt x="10301732" y="1155446"/>
                  </a:cubicBezTo>
                  <a:lnTo>
                    <a:pt x="10301732" y="1138555"/>
                  </a:lnTo>
                  <a:lnTo>
                    <a:pt x="10301732" y="1155446"/>
                  </a:lnTo>
                  <a:lnTo>
                    <a:pt x="217297" y="1155446"/>
                  </a:lnTo>
                  <a:lnTo>
                    <a:pt x="217297" y="1138555"/>
                  </a:lnTo>
                  <a:lnTo>
                    <a:pt x="217297" y="1155446"/>
                  </a:lnTo>
                  <a:cubicBezTo>
                    <a:pt x="97663" y="1155573"/>
                    <a:pt x="0" y="1061085"/>
                    <a:pt x="0" y="94348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943483"/>
                  </a:lnTo>
                  <a:lnTo>
                    <a:pt x="16891" y="943483"/>
                  </a:lnTo>
                  <a:lnTo>
                    <a:pt x="33909" y="943483"/>
                  </a:lnTo>
                  <a:cubicBezTo>
                    <a:pt x="33909" y="1041400"/>
                    <a:pt x="115570" y="1121664"/>
                    <a:pt x="217297" y="1121664"/>
                  </a:cubicBezTo>
                  <a:lnTo>
                    <a:pt x="10301732" y="1121664"/>
                  </a:lnTo>
                  <a:cubicBezTo>
                    <a:pt x="10403459" y="1121664"/>
                    <a:pt x="10485120" y="1041527"/>
                    <a:pt x="10485120" y="943483"/>
                  </a:cubicBezTo>
                  <a:lnTo>
                    <a:pt x="10485120" y="211963"/>
                  </a:lnTo>
                  <a:cubicBezTo>
                    <a:pt x="10485120" y="114046"/>
                    <a:pt x="10403459" y="33782"/>
                    <a:pt x="10301732" y="33782"/>
                  </a:cubicBezTo>
                  <a:lnTo>
                    <a:pt x="217297" y="33782"/>
                  </a:lnTo>
                  <a:lnTo>
                    <a:pt x="217297" y="16891"/>
                  </a:lnTo>
                  <a:lnTo>
                    <a:pt x="217297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3291840"/>
            <a:ext cx="7498080" cy="438912"/>
            <a:chOff x="0" y="0"/>
            <a:chExt cx="999744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English only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3694176"/>
            <a:ext cx="7498080" cy="365760"/>
            <a:chOff x="0" y="0"/>
            <a:chExt cx="999744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VADER + DistilRoBERTa trained on English; non-English stories unreliable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4230119"/>
            <a:ext cx="7889243" cy="866651"/>
            <a:chOff x="0" y="0"/>
            <a:chExt cx="10518991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10284841" y="0"/>
                  </a:lnTo>
                  <a:cubicBezTo>
                    <a:pt x="10395458" y="0"/>
                    <a:pt x="10485120" y="87376"/>
                    <a:pt x="10485120" y="195072"/>
                  </a:cubicBezTo>
                  <a:lnTo>
                    <a:pt x="10485120" y="926592"/>
                  </a:lnTo>
                  <a:cubicBezTo>
                    <a:pt x="10485120" y="1034288"/>
                    <a:pt x="10395458" y="1121664"/>
                    <a:pt x="10284841" y="1121664"/>
                  </a:cubicBezTo>
                  <a:lnTo>
                    <a:pt x="200406" y="1121664"/>
                  </a:lnTo>
                  <a:cubicBezTo>
                    <a:pt x="89789" y="1121664"/>
                    <a:pt x="127" y="1034288"/>
                    <a:pt x="127" y="926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9028" cy="1155446"/>
            </a:xfrm>
            <a:custGeom>
              <a:avLst/>
              <a:gdLst/>
              <a:ahLst/>
              <a:cxnLst/>
              <a:rect r="r" b="b" t="t" l="l"/>
              <a:pathLst>
                <a:path h="1155446" w="10519028">
                  <a:moveTo>
                    <a:pt x="0" y="211963"/>
                  </a:moveTo>
                  <a:cubicBezTo>
                    <a:pt x="0" y="94488"/>
                    <a:pt x="97663" y="0"/>
                    <a:pt x="217297" y="0"/>
                  </a:cubicBezTo>
                  <a:lnTo>
                    <a:pt x="10301732" y="0"/>
                  </a:lnTo>
                  <a:lnTo>
                    <a:pt x="10301732" y="16891"/>
                  </a:lnTo>
                  <a:lnTo>
                    <a:pt x="10301732" y="0"/>
                  </a:lnTo>
                  <a:cubicBezTo>
                    <a:pt x="10421238" y="0"/>
                    <a:pt x="10519028" y="94488"/>
                    <a:pt x="10519028" y="211963"/>
                  </a:cubicBezTo>
                  <a:lnTo>
                    <a:pt x="10502138" y="211963"/>
                  </a:lnTo>
                  <a:lnTo>
                    <a:pt x="10519028" y="211963"/>
                  </a:lnTo>
                  <a:lnTo>
                    <a:pt x="10519028" y="943483"/>
                  </a:lnTo>
                  <a:lnTo>
                    <a:pt x="10502138" y="943483"/>
                  </a:lnTo>
                  <a:lnTo>
                    <a:pt x="10519028" y="943483"/>
                  </a:lnTo>
                  <a:cubicBezTo>
                    <a:pt x="10519028" y="1060958"/>
                    <a:pt x="10421365" y="1155446"/>
                    <a:pt x="10301732" y="1155446"/>
                  </a:cubicBezTo>
                  <a:lnTo>
                    <a:pt x="10301732" y="1138555"/>
                  </a:lnTo>
                  <a:lnTo>
                    <a:pt x="10301732" y="1155446"/>
                  </a:lnTo>
                  <a:lnTo>
                    <a:pt x="217297" y="1155446"/>
                  </a:lnTo>
                  <a:lnTo>
                    <a:pt x="217297" y="1138555"/>
                  </a:lnTo>
                  <a:lnTo>
                    <a:pt x="217297" y="1155446"/>
                  </a:lnTo>
                  <a:cubicBezTo>
                    <a:pt x="97663" y="1155573"/>
                    <a:pt x="0" y="1061085"/>
                    <a:pt x="0" y="94348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943483"/>
                  </a:lnTo>
                  <a:lnTo>
                    <a:pt x="16891" y="943483"/>
                  </a:lnTo>
                  <a:lnTo>
                    <a:pt x="33909" y="943483"/>
                  </a:lnTo>
                  <a:cubicBezTo>
                    <a:pt x="33909" y="1041400"/>
                    <a:pt x="115570" y="1121664"/>
                    <a:pt x="217297" y="1121664"/>
                  </a:cubicBezTo>
                  <a:lnTo>
                    <a:pt x="10301732" y="1121664"/>
                  </a:lnTo>
                  <a:cubicBezTo>
                    <a:pt x="10403459" y="1121664"/>
                    <a:pt x="10485120" y="1041527"/>
                    <a:pt x="10485120" y="943483"/>
                  </a:cubicBezTo>
                  <a:lnTo>
                    <a:pt x="10485120" y="211963"/>
                  </a:lnTo>
                  <a:cubicBezTo>
                    <a:pt x="10485120" y="114046"/>
                    <a:pt x="10403459" y="33782"/>
                    <a:pt x="10301732" y="33782"/>
                  </a:cubicBezTo>
                  <a:lnTo>
                    <a:pt x="217297" y="33782"/>
                  </a:lnTo>
                  <a:lnTo>
                    <a:pt x="217297" y="16891"/>
                  </a:lnTo>
                  <a:lnTo>
                    <a:pt x="217297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4315968"/>
            <a:ext cx="7498080" cy="438912"/>
            <a:chOff x="0" y="0"/>
            <a:chExt cx="999744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No labelled dataset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4718304"/>
            <a:ext cx="7498080" cy="365760"/>
            <a:chOff x="0" y="0"/>
            <a:chExt cx="999744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ground-truth annotations; consistency testing used as proxy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5254247"/>
            <a:ext cx="7889243" cy="866651"/>
            <a:chOff x="0" y="0"/>
            <a:chExt cx="10518991" cy="11555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10284841" y="0"/>
                  </a:lnTo>
                  <a:cubicBezTo>
                    <a:pt x="10395458" y="0"/>
                    <a:pt x="10485120" y="87376"/>
                    <a:pt x="10485120" y="195072"/>
                  </a:cubicBezTo>
                  <a:lnTo>
                    <a:pt x="10485120" y="926592"/>
                  </a:lnTo>
                  <a:cubicBezTo>
                    <a:pt x="10485120" y="1034288"/>
                    <a:pt x="10395458" y="1121664"/>
                    <a:pt x="10284841" y="1121664"/>
                  </a:cubicBezTo>
                  <a:lnTo>
                    <a:pt x="200406" y="1121664"/>
                  </a:lnTo>
                  <a:cubicBezTo>
                    <a:pt x="89789" y="1121664"/>
                    <a:pt x="127" y="1034288"/>
                    <a:pt x="127" y="926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9028" cy="1155446"/>
            </a:xfrm>
            <a:custGeom>
              <a:avLst/>
              <a:gdLst/>
              <a:ahLst/>
              <a:cxnLst/>
              <a:rect r="r" b="b" t="t" l="l"/>
              <a:pathLst>
                <a:path h="1155446" w="10519028">
                  <a:moveTo>
                    <a:pt x="0" y="211963"/>
                  </a:moveTo>
                  <a:cubicBezTo>
                    <a:pt x="0" y="94488"/>
                    <a:pt x="97663" y="0"/>
                    <a:pt x="217297" y="0"/>
                  </a:cubicBezTo>
                  <a:lnTo>
                    <a:pt x="10301732" y="0"/>
                  </a:lnTo>
                  <a:lnTo>
                    <a:pt x="10301732" y="16891"/>
                  </a:lnTo>
                  <a:lnTo>
                    <a:pt x="10301732" y="0"/>
                  </a:lnTo>
                  <a:cubicBezTo>
                    <a:pt x="10421238" y="0"/>
                    <a:pt x="10519028" y="94488"/>
                    <a:pt x="10519028" y="211963"/>
                  </a:cubicBezTo>
                  <a:lnTo>
                    <a:pt x="10502138" y="211963"/>
                  </a:lnTo>
                  <a:lnTo>
                    <a:pt x="10519028" y="211963"/>
                  </a:lnTo>
                  <a:lnTo>
                    <a:pt x="10519028" y="943483"/>
                  </a:lnTo>
                  <a:lnTo>
                    <a:pt x="10502138" y="943483"/>
                  </a:lnTo>
                  <a:lnTo>
                    <a:pt x="10519028" y="943483"/>
                  </a:lnTo>
                  <a:cubicBezTo>
                    <a:pt x="10519028" y="1060958"/>
                    <a:pt x="10421365" y="1155446"/>
                    <a:pt x="10301732" y="1155446"/>
                  </a:cubicBezTo>
                  <a:lnTo>
                    <a:pt x="10301732" y="1138555"/>
                  </a:lnTo>
                  <a:lnTo>
                    <a:pt x="10301732" y="1155446"/>
                  </a:lnTo>
                  <a:lnTo>
                    <a:pt x="217297" y="1155446"/>
                  </a:lnTo>
                  <a:lnTo>
                    <a:pt x="217297" y="1138555"/>
                  </a:lnTo>
                  <a:lnTo>
                    <a:pt x="217297" y="1155446"/>
                  </a:lnTo>
                  <a:cubicBezTo>
                    <a:pt x="97663" y="1155573"/>
                    <a:pt x="0" y="1061085"/>
                    <a:pt x="0" y="94348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943483"/>
                  </a:lnTo>
                  <a:lnTo>
                    <a:pt x="16891" y="943483"/>
                  </a:lnTo>
                  <a:lnTo>
                    <a:pt x="33909" y="943483"/>
                  </a:lnTo>
                  <a:cubicBezTo>
                    <a:pt x="33909" y="1041400"/>
                    <a:pt x="115570" y="1121664"/>
                    <a:pt x="217297" y="1121664"/>
                  </a:cubicBezTo>
                  <a:lnTo>
                    <a:pt x="10301732" y="1121664"/>
                  </a:lnTo>
                  <a:cubicBezTo>
                    <a:pt x="10403459" y="1121664"/>
                    <a:pt x="10485120" y="1041527"/>
                    <a:pt x="10485120" y="943483"/>
                  </a:cubicBezTo>
                  <a:lnTo>
                    <a:pt x="10485120" y="211963"/>
                  </a:lnTo>
                  <a:cubicBezTo>
                    <a:pt x="10485120" y="114046"/>
                    <a:pt x="10403459" y="33782"/>
                    <a:pt x="10301732" y="33782"/>
                  </a:cubicBezTo>
                  <a:lnTo>
                    <a:pt x="217297" y="33782"/>
                  </a:lnTo>
                  <a:lnTo>
                    <a:pt x="217297" y="16891"/>
                  </a:lnTo>
                  <a:lnTo>
                    <a:pt x="217297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5340096"/>
            <a:ext cx="7498080" cy="438912"/>
            <a:chOff x="0" y="0"/>
            <a:chExt cx="999744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OCR accuracy ceiling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" y="5742432"/>
            <a:ext cx="7498080" cy="365760"/>
            <a:chOff x="0" y="0"/>
            <a:chExt cx="9997440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quality directly caps OCR; degraded scans still produce noise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6278375"/>
            <a:ext cx="7889243" cy="866651"/>
            <a:chOff x="0" y="0"/>
            <a:chExt cx="10518991" cy="11555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10284841" y="0"/>
                  </a:lnTo>
                  <a:cubicBezTo>
                    <a:pt x="10395458" y="0"/>
                    <a:pt x="10485120" y="87376"/>
                    <a:pt x="10485120" y="195072"/>
                  </a:cubicBezTo>
                  <a:lnTo>
                    <a:pt x="10485120" y="926592"/>
                  </a:lnTo>
                  <a:cubicBezTo>
                    <a:pt x="10485120" y="1034288"/>
                    <a:pt x="10395458" y="1121664"/>
                    <a:pt x="10284841" y="1121664"/>
                  </a:cubicBezTo>
                  <a:lnTo>
                    <a:pt x="200406" y="1121664"/>
                  </a:lnTo>
                  <a:cubicBezTo>
                    <a:pt x="89789" y="1121664"/>
                    <a:pt x="127" y="1034288"/>
                    <a:pt x="127" y="926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9028" cy="1155446"/>
            </a:xfrm>
            <a:custGeom>
              <a:avLst/>
              <a:gdLst/>
              <a:ahLst/>
              <a:cxnLst/>
              <a:rect r="r" b="b" t="t" l="l"/>
              <a:pathLst>
                <a:path h="1155446" w="10519028">
                  <a:moveTo>
                    <a:pt x="0" y="211963"/>
                  </a:moveTo>
                  <a:cubicBezTo>
                    <a:pt x="0" y="94488"/>
                    <a:pt x="97663" y="0"/>
                    <a:pt x="217297" y="0"/>
                  </a:cubicBezTo>
                  <a:lnTo>
                    <a:pt x="10301732" y="0"/>
                  </a:lnTo>
                  <a:lnTo>
                    <a:pt x="10301732" y="16891"/>
                  </a:lnTo>
                  <a:lnTo>
                    <a:pt x="10301732" y="0"/>
                  </a:lnTo>
                  <a:cubicBezTo>
                    <a:pt x="10421238" y="0"/>
                    <a:pt x="10519028" y="94488"/>
                    <a:pt x="10519028" y="211963"/>
                  </a:cubicBezTo>
                  <a:lnTo>
                    <a:pt x="10502138" y="211963"/>
                  </a:lnTo>
                  <a:lnTo>
                    <a:pt x="10519028" y="211963"/>
                  </a:lnTo>
                  <a:lnTo>
                    <a:pt x="10519028" y="943483"/>
                  </a:lnTo>
                  <a:lnTo>
                    <a:pt x="10502138" y="943483"/>
                  </a:lnTo>
                  <a:lnTo>
                    <a:pt x="10519028" y="943483"/>
                  </a:lnTo>
                  <a:cubicBezTo>
                    <a:pt x="10519028" y="1060958"/>
                    <a:pt x="10421365" y="1155446"/>
                    <a:pt x="10301732" y="1155446"/>
                  </a:cubicBezTo>
                  <a:lnTo>
                    <a:pt x="10301732" y="1138555"/>
                  </a:lnTo>
                  <a:lnTo>
                    <a:pt x="10301732" y="1155446"/>
                  </a:lnTo>
                  <a:lnTo>
                    <a:pt x="217297" y="1155446"/>
                  </a:lnTo>
                  <a:lnTo>
                    <a:pt x="217297" y="1138555"/>
                  </a:lnTo>
                  <a:lnTo>
                    <a:pt x="217297" y="1155446"/>
                  </a:lnTo>
                  <a:cubicBezTo>
                    <a:pt x="97663" y="1155573"/>
                    <a:pt x="0" y="1061085"/>
                    <a:pt x="0" y="94348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943483"/>
                  </a:lnTo>
                  <a:lnTo>
                    <a:pt x="16891" y="943483"/>
                  </a:lnTo>
                  <a:lnTo>
                    <a:pt x="33909" y="943483"/>
                  </a:lnTo>
                  <a:cubicBezTo>
                    <a:pt x="33909" y="1041400"/>
                    <a:pt x="115570" y="1121664"/>
                    <a:pt x="217297" y="1121664"/>
                  </a:cubicBezTo>
                  <a:lnTo>
                    <a:pt x="10301732" y="1121664"/>
                  </a:lnTo>
                  <a:cubicBezTo>
                    <a:pt x="10403459" y="1121664"/>
                    <a:pt x="10485120" y="1041527"/>
                    <a:pt x="10485120" y="943483"/>
                  </a:cubicBezTo>
                  <a:lnTo>
                    <a:pt x="10485120" y="211963"/>
                  </a:lnTo>
                  <a:cubicBezTo>
                    <a:pt x="10485120" y="114046"/>
                    <a:pt x="10403459" y="33782"/>
                    <a:pt x="10301732" y="33782"/>
                  </a:cubicBezTo>
                  <a:lnTo>
                    <a:pt x="217297" y="33782"/>
                  </a:lnTo>
                  <a:lnTo>
                    <a:pt x="217297" y="16891"/>
                  </a:lnTo>
                  <a:lnTo>
                    <a:pt x="217297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364224"/>
            <a:ext cx="7498080" cy="438912"/>
            <a:chOff x="0" y="0"/>
            <a:chExt cx="999744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220-word context window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6766560"/>
            <a:ext cx="7498080" cy="365760"/>
            <a:chOff x="0" y="0"/>
            <a:chExt cx="999744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Transformer clips input; very long paragraphs lose tail context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1703" y="7302503"/>
            <a:ext cx="7889243" cy="866651"/>
            <a:chOff x="0" y="0"/>
            <a:chExt cx="10518991" cy="115553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485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85120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10284841" y="0"/>
                  </a:lnTo>
                  <a:cubicBezTo>
                    <a:pt x="10395458" y="0"/>
                    <a:pt x="10485120" y="87376"/>
                    <a:pt x="10485120" y="195072"/>
                  </a:cubicBezTo>
                  <a:lnTo>
                    <a:pt x="10485120" y="926592"/>
                  </a:lnTo>
                  <a:cubicBezTo>
                    <a:pt x="10485120" y="1034288"/>
                    <a:pt x="10395458" y="1121664"/>
                    <a:pt x="10284841" y="1121664"/>
                  </a:cubicBezTo>
                  <a:lnTo>
                    <a:pt x="200406" y="1121664"/>
                  </a:lnTo>
                  <a:cubicBezTo>
                    <a:pt x="89789" y="1121664"/>
                    <a:pt x="127" y="1034288"/>
                    <a:pt x="127" y="926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519028" cy="1155446"/>
            </a:xfrm>
            <a:custGeom>
              <a:avLst/>
              <a:gdLst/>
              <a:ahLst/>
              <a:cxnLst/>
              <a:rect r="r" b="b" t="t" l="l"/>
              <a:pathLst>
                <a:path h="1155446" w="10519028">
                  <a:moveTo>
                    <a:pt x="0" y="211963"/>
                  </a:moveTo>
                  <a:cubicBezTo>
                    <a:pt x="0" y="94488"/>
                    <a:pt x="97663" y="0"/>
                    <a:pt x="217297" y="0"/>
                  </a:cubicBezTo>
                  <a:lnTo>
                    <a:pt x="10301732" y="0"/>
                  </a:lnTo>
                  <a:lnTo>
                    <a:pt x="10301732" y="16891"/>
                  </a:lnTo>
                  <a:lnTo>
                    <a:pt x="10301732" y="0"/>
                  </a:lnTo>
                  <a:cubicBezTo>
                    <a:pt x="10421238" y="0"/>
                    <a:pt x="10519028" y="94488"/>
                    <a:pt x="10519028" y="211963"/>
                  </a:cubicBezTo>
                  <a:lnTo>
                    <a:pt x="10502138" y="211963"/>
                  </a:lnTo>
                  <a:lnTo>
                    <a:pt x="10519028" y="211963"/>
                  </a:lnTo>
                  <a:lnTo>
                    <a:pt x="10519028" y="943483"/>
                  </a:lnTo>
                  <a:lnTo>
                    <a:pt x="10502138" y="943483"/>
                  </a:lnTo>
                  <a:lnTo>
                    <a:pt x="10519028" y="943483"/>
                  </a:lnTo>
                  <a:cubicBezTo>
                    <a:pt x="10519028" y="1060958"/>
                    <a:pt x="10421365" y="1155446"/>
                    <a:pt x="10301732" y="1155446"/>
                  </a:cubicBezTo>
                  <a:lnTo>
                    <a:pt x="10301732" y="1138555"/>
                  </a:lnTo>
                  <a:lnTo>
                    <a:pt x="10301732" y="1155446"/>
                  </a:lnTo>
                  <a:lnTo>
                    <a:pt x="217297" y="1155446"/>
                  </a:lnTo>
                  <a:lnTo>
                    <a:pt x="217297" y="1138555"/>
                  </a:lnTo>
                  <a:lnTo>
                    <a:pt x="217297" y="1155446"/>
                  </a:lnTo>
                  <a:cubicBezTo>
                    <a:pt x="97663" y="1155573"/>
                    <a:pt x="0" y="1061085"/>
                    <a:pt x="0" y="94348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943483"/>
                  </a:lnTo>
                  <a:lnTo>
                    <a:pt x="16891" y="943483"/>
                  </a:lnTo>
                  <a:lnTo>
                    <a:pt x="33909" y="943483"/>
                  </a:lnTo>
                  <a:cubicBezTo>
                    <a:pt x="33909" y="1041400"/>
                    <a:pt x="115570" y="1121664"/>
                    <a:pt x="217297" y="1121664"/>
                  </a:cubicBezTo>
                  <a:lnTo>
                    <a:pt x="10301732" y="1121664"/>
                  </a:lnTo>
                  <a:cubicBezTo>
                    <a:pt x="10403459" y="1121664"/>
                    <a:pt x="10485120" y="1041527"/>
                    <a:pt x="10485120" y="943483"/>
                  </a:cubicBezTo>
                  <a:lnTo>
                    <a:pt x="10485120" y="211963"/>
                  </a:lnTo>
                  <a:cubicBezTo>
                    <a:pt x="10485120" y="114046"/>
                    <a:pt x="10403459" y="33782"/>
                    <a:pt x="10301732" y="33782"/>
                  </a:cubicBezTo>
                  <a:lnTo>
                    <a:pt x="217297" y="33782"/>
                  </a:lnTo>
                  <a:lnTo>
                    <a:pt x="217297" y="16891"/>
                  </a:lnTo>
                  <a:lnTo>
                    <a:pt x="217297" y="33909"/>
                  </a:lnTo>
                  <a:cubicBezTo>
                    <a:pt x="115570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" y="7388352"/>
            <a:ext cx="7498080" cy="438912"/>
            <a:chOff x="0" y="0"/>
            <a:chExt cx="999744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869" r="0" b="-2828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997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Story shapes are heuristic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7280" y="7790688"/>
            <a:ext cx="7498080" cy="365760"/>
            <a:chOff x="0" y="0"/>
            <a:chExt cx="999744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D3D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similarity to 6 templates is a simplification of real narratives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47781" y="2132581"/>
            <a:ext cx="8371837" cy="7274557"/>
            <a:chOff x="0" y="0"/>
            <a:chExt cx="11162449" cy="96994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33909" y="33909"/>
              <a:ext cx="11094720" cy="9631680"/>
            </a:xfrm>
            <a:custGeom>
              <a:avLst/>
              <a:gdLst/>
              <a:ahLst/>
              <a:cxnLst/>
              <a:rect r="r" b="b" t="t" l="l"/>
              <a:pathLst>
                <a:path h="9631680" w="11094720">
                  <a:moveTo>
                    <a:pt x="0" y="292608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10801858" y="0"/>
                  </a:lnTo>
                  <a:cubicBezTo>
                    <a:pt x="10963656" y="0"/>
                    <a:pt x="11094720" y="131064"/>
                    <a:pt x="11094720" y="292608"/>
                  </a:cubicBezTo>
                  <a:lnTo>
                    <a:pt x="11094720" y="9339072"/>
                  </a:lnTo>
                  <a:cubicBezTo>
                    <a:pt x="11094720" y="9500616"/>
                    <a:pt x="10963656" y="9631680"/>
                    <a:pt x="10801858" y="9631680"/>
                  </a:cubicBezTo>
                  <a:lnTo>
                    <a:pt x="292862" y="9631680"/>
                  </a:lnTo>
                  <a:cubicBezTo>
                    <a:pt x="131064" y="9631680"/>
                    <a:pt x="0" y="9500617"/>
                    <a:pt x="0" y="933907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62538" cy="9699499"/>
            </a:xfrm>
            <a:custGeom>
              <a:avLst/>
              <a:gdLst/>
              <a:ahLst/>
              <a:cxnLst/>
              <a:rect r="r" b="b" t="t" l="l"/>
              <a:pathLst>
                <a:path h="9699499" w="11162538">
                  <a:moveTo>
                    <a:pt x="0" y="326517"/>
                  </a:moveTo>
                  <a:cubicBezTo>
                    <a:pt x="0" y="146177"/>
                    <a:pt x="146304" y="0"/>
                    <a:pt x="326771" y="0"/>
                  </a:cubicBezTo>
                  <a:lnTo>
                    <a:pt x="10835767" y="0"/>
                  </a:lnTo>
                  <a:lnTo>
                    <a:pt x="10835767" y="33909"/>
                  </a:lnTo>
                  <a:lnTo>
                    <a:pt x="10835767" y="0"/>
                  </a:lnTo>
                  <a:cubicBezTo>
                    <a:pt x="11016235" y="0"/>
                    <a:pt x="11162538" y="146177"/>
                    <a:pt x="11162538" y="326517"/>
                  </a:cubicBezTo>
                  <a:lnTo>
                    <a:pt x="11128629" y="326517"/>
                  </a:lnTo>
                  <a:lnTo>
                    <a:pt x="11162538" y="326517"/>
                  </a:lnTo>
                  <a:lnTo>
                    <a:pt x="11162538" y="9372981"/>
                  </a:lnTo>
                  <a:lnTo>
                    <a:pt x="11128629" y="9372981"/>
                  </a:lnTo>
                  <a:lnTo>
                    <a:pt x="11162538" y="9372981"/>
                  </a:lnTo>
                  <a:cubicBezTo>
                    <a:pt x="11162538" y="9553322"/>
                    <a:pt x="11016235" y="9699499"/>
                    <a:pt x="10835767" y="9699499"/>
                  </a:cubicBezTo>
                  <a:lnTo>
                    <a:pt x="10835767" y="9665589"/>
                  </a:lnTo>
                  <a:lnTo>
                    <a:pt x="10835767" y="9699499"/>
                  </a:lnTo>
                  <a:lnTo>
                    <a:pt x="326771" y="9699499"/>
                  </a:lnTo>
                  <a:lnTo>
                    <a:pt x="326771" y="9665589"/>
                  </a:lnTo>
                  <a:lnTo>
                    <a:pt x="326771" y="9699499"/>
                  </a:lnTo>
                  <a:cubicBezTo>
                    <a:pt x="146304" y="9699371"/>
                    <a:pt x="0" y="9553321"/>
                    <a:pt x="0" y="9372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9372981"/>
                  </a:lnTo>
                  <a:lnTo>
                    <a:pt x="33909" y="9372981"/>
                  </a:lnTo>
                  <a:lnTo>
                    <a:pt x="67691" y="9372981"/>
                  </a:lnTo>
                  <a:cubicBezTo>
                    <a:pt x="67691" y="9515856"/>
                    <a:pt x="183642" y="9631680"/>
                    <a:pt x="326644" y="9631680"/>
                  </a:cubicBezTo>
                  <a:lnTo>
                    <a:pt x="10835767" y="9631680"/>
                  </a:lnTo>
                  <a:cubicBezTo>
                    <a:pt x="10978897" y="9631680"/>
                    <a:pt x="11094720" y="9515856"/>
                    <a:pt x="11094720" y="9372981"/>
                  </a:cubicBezTo>
                  <a:lnTo>
                    <a:pt x="11094720" y="326517"/>
                  </a:lnTo>
                  <a:cubicBezTo>
                    <a:pt x="11094720" y="183642"/>
                    <a:pt x="10978769" y="67818"/>
                    <a:pt x="10835767" y="67818"/>
                  </a:cubicBezTo>
                  <a:lnTo>
                    <a:pt x="326771" y="67818"/>
                  </a:lnTo>
                  <a:lnTo>
                    <a:pt x="326771" y="33909"/>
                  </a:lnTo>
                  <a:lnTo>
                    <a:pt x="326771" y="67691"/>
                  </a:lnTo>
                  <a:cubicBezTo>
                    <a:pt x="183642" y="67691"/>
                    <a:pt x="67818" y="183515"/>
                    <a:pt x="67818" y="32639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60487" y="2145287"/>
            <a:ext cx="8346443" cy="866651"/>
            <a:chOff x="0" y="0"/>
            <a:chExt cx="11128591" cy="115553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BFDBF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92640" y="2267712"/>
            <a:ext cx="7863840" cy="512064"/>
            <a:chOff x="0" y="0"/>
            <a:chExt cx="1048512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1E40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79943" y="3205991"/>
            <a:ext cx="7889243" cy="830075"/>
            <a:chOff x="0" y="0"/>
            <a:chExt cx="10518991" cy="110676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65792" y="3291840"/>
            <a:ext cx="658368" cy="658368"/>
            <a:chOff x="0" y="0"/>
            <a:chExt cx="877824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97312" y="3291840"/>
            <a:ext cx="3291840" cy="512064"/>
            <a:chOff x="0" y="0"/>
            <a:chExt cx="438912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support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862304" y="3328416"/>
            <a:ext cx="3401568" cy="512064"/>
            <a:chOff x="0" y="0"/>
            <a:chExt cx="4535424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XLM-RoBERTa for cross-language emotion analysis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79943" y="4156967"/>
            <a:ext cx="7889243" cy="830075"/>
            <a:chOff x="0" y="0"/>
            <a:chExt cx="10518991" cy="110676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65792" y="4242816"/>
            <a:ext cx="658368" cy="658368"/>
            <a:chOff x="0" y="0"/>
            <a:chExt cx="877824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📏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497312" y="4242816"/>
            <a:ext cx="3291840" cy="512064"/>
            <a:chOff x="0" y="0"/>
            <a:chExt cx="438912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Labelled evaluation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862304" y="4279392"/>
            <a:ext cx="3401568" cy="512064"/>
            <a:chOff x="0" y="0"/>
            <a:chExt cx="4535424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Annotate ground truth to measure accuracy formally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79943" y="5107943"/>
            <a:ext cx="7889243" cy="830075"/>
            <a:chOff x="0" y="0"/>
            <a:chExt cx="10518991" cy="110676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765792" y="5193792"/>
            <a:ext cx="658368" cy="658368"/>
            <a:chOff x="0" y="0"/>
            <a:chExt cx="877824" cy="8778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🎭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97312" y="5193792"/>
            <a:ext cx="3291840" cy="512064"/>
            <a:chOff x="0" y="0"/>
            <a:chExt cx="438912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Character-level tracking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862304" y="5230368"/>
            <a:ext cx="3401568" cy="512064"/>
            <a:chOff x="0" y="0"/>
            <a:chExt cx="4535424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NER + dialogue attribution for per-character arcs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679943" y="6058919"/>
            <a:ext cx="7889243" cy="830075"/>
            <a:chOff x="0" y="0"/>
            <a:chExt cx="10518991" cy="110676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765792" y="6144768"/>
            <a:ext cx="658368" cy="658368"/>
            <a:chOff x="0" y="0"/>
            <a:chExt cx="877824" cy="87782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🎙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497312" y="6144768"/>
            <a:ext cx="3291840" cy="512064"/>
            <a:chOff x="0" y="0"/>
            <a:chExt cx="438912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Audio/speech input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862304" y="6181344"/>
            <a:ext cx="3401568" cy="512064"/>
            <a:chOff x="0" y="0"/>
            <a:chExt cx="4535424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wav2vec2 speech emotion for podcasts &amp; audiobooks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679943" y="7009895"/>
            <a:ext cx="7889243" cy="830075"/>
            <a:chOff x="0" y="0"/>
            <a:chExt cx="10518991" cy="110676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765792" y="7095744"/>
            <a:ext cx="658368" cy="658368"/>
            <a:chOff x="0" y="0"/>
            <a:chExt cx="877824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497312" y="7095744"/>
            <a:ext cx="3291840" cy="512064"/>
            <a:chOff x="0" y="0"/>
            <a:chExt cx="43891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narrative summaries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862304" y="7132320"/>
            <a:ext cx="3401568" cy="512064"/>
            <a:chOff x="0" y="0"/>
            <a:chExt cx="4535424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GPT-4o / Claude for richer literary insight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679943" y="7960871"/>
            <a:ext cx="7889243" cy="830075"/>
            <a:chOff x="0" y="0"/>
            <a:chExt cx="10518991" cy="110676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10284587" y="0"/>
                  </a:lnTo>
                  <a:cubicBezTo>
                    <a:pt x="10395331" y="0"/>
                    <a:pt x="10485120" y="87376"/>
                    <a:pt x="10485120" y="195072"/>
                  </a:cubicBezTo>
                  <a:lnTo>
                    <a:pt x="10485120" y="877824"/>
                  </a:lnTo>
                  <a:cubicBezTo>
                    <a:pt x="10485120" y="985520"/>
                    <a:pt x="10395331" y="1072896"/>
                    <a:pt x="10284587" y="1072896"/>
                  </a:cubicBezTo>
                  <a:lnTo>
                    <a:pt x="200660" y="1072896"/>
                  </a:lnTo>
                  <a:cubicBezTo>
                    <a:pt x="89916" y="1072896"/>
                    <a:pt x="127" y="985520"/>
                    <a:pt x="127" y="8778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519029" cy="1106678"/>
            </a:xfrm>
            <a:custGeom>
              <a:avLst/>
              <a:gdLst/>
              <a:ahLst/>
              <a:cxnLst/>
              <a:rect r="r" b="b" t="t" l="l"/>
              <a:pathLst>
                <a:path h="1106678" w="10519029">
                  <a:moveTo>
                    <a:pt x="0" y="211963"/>
                  </a:moveTo>
                  <a:cubicBezTo>
                    <a:pt x="0" y="94488"/>
                    <a:pt x="97790" y="0"/>
                    <a:pt x="217551" y="0"/>
                  </a:cubicBezTo>
                  <a:lnTo>
                    <a:pt x="10301478" y="0"/>
                  </a:lnTo>
                  <a:lnTo>
                    <a:pt x="10301478" y="16891"/>
                  </a:lnTo>
                  <a:lnTo>
                    <a:pt x="10301478" y="0"/>
                  </a:lnTo>
                  <a:cubicBezTo>
                    <a:pt x="10421112" y="0"/>
                    <a:pt x="10519029" y="94488"/>
                    <a:pt x="10519029" y="211963"/>
                  </a:cubicBezTo>
                  <a:lnTo>
                    <a:pt x="10502138" y="211963"/>
                  </a:lnTo>
                  <a:lnTo>
                    <a:pt x="10519029" y="211963"/>
                  </a:lnTo>
                  <a:lnTo>
                    <a:pt x="10519029" y="894715"/>
                  </a:lnTo>
                  <a:lnTo>
                    <a:pt x="10502138" y="894715"/>
                  </a:lnTo>
                  <a:lnTo>
                    <a:pt x="10519029" y="894715"/>
                  </a:lnTo>
                  <a:cubicBezTo>
                    <a:pt x="10519029" y="1012190"/>
                    <a:pt x="10421239" y="1106678"/>
                    <a:pt x="10301478" y="1106678"/>
                  </a:cubicBezTo>
                  <a:lnTo>
                    <a:pt x="10301478" y="1089787"/>
                  </a:lnTo>
                  <a:lnTo>
                    <a:pt x="10301478" y="1106678"/>
                  </a:lnTo>
                  <a:lnTo>
                    <a:pt x="217551" y="1106678"/>
                  </a:lnTo>
                  <a:lnTo>
                    <a:pt x="217551" y="1089787"/>
                  </a:lnTo>
                  <a:lnTo>
                    <a:pt x="217551" y="1106678"/>
                  </a:lnTo>
                  <a:cubicBezTo>
                    <a:pt x="97790" y="1106805"/>
                    <a:pt x="0" y="1012317"/>
                    <a:pt x="0" y="894715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94715"/>
                  </a:lnTo>
                  <a:lnTo>
                    <a:pt x="16891" y="894715"/>
                  </a:lnTo>
                  <a:lnTo>
                    <a:pt x="33909" y="894715"/>
                  </a:lnTo>
                  <a:cubicBezTo>
                    <a:pt x="33909" y="992632"/>
                    <a:pt x="115697" y="1072896"/>
                    <a:pt x="217551" y="1072896"/>
                  </a:cubicBezTo>
                  <a:lnTo>
                    <a:pt x="10301478" y="1072896"/>
                  </a:lnTo>
                  <a:cubicBezTo>
                    <a:pt x="10403332" y="1072896"/>
                    <a:pt x="10485120" y="992759"/>
                    <a:pt x="10485120" y="894715"/>
                  </a:cubicBezTo>
                  <a:lnTo>
                    <a:pt x="10485120" y="211963"/>
                  </a:lnTo>
                  <a:cubicBezTo>
                    <a:pt x="10485120" y="114046"/>
                    <a:pt x="10403332" y="33782"/>
                    <a:pt x="1030147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765792" y="8046720"/>
            <a:ext cx="658368" cy="658368"/>
            <a:chOff x="0" y="0"/>
            <a:chExt cx="877824" cy="87782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497312" y="8046720"/>
            <a:ext cx="3291840" cy="512064"/>
            <a:chOff x="0" y="0"/>
            <a:chExt cx="438912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389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Multi-text comparison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862304" y="8083296"/>
            <a:ext cx="3401568" cy="512064"/>
            <a:chOff x="0" y="0"/>
            <a:chExt cx="4535424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5354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3D3D3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Corpus-level clustering by emotional signature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618720" y="9619488"/>
            <a:ext cx="5303520" cy="475488"/>
            <a:chOff x="0" y="0"/>
            <a:chExt cx="7071360" cy="63398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7071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Raahul Narayana Reddy Kummitha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B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05223" y="-1658617"/>
            <a:ext cx="4048763" cy="4048763"/>
            <a:chOff x="0" y="0"/>
            <a:chExt cx="5398351" cy="5398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53863" y="2181863"/>
            <a:ext cx="4780283" cy="4780283"/>
            <a:chOff x="0" y="0"/>
            <a:chExt cx="6373711" cy="6373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33984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39840">
                  <a:moveTo>
                    <a:pt x="0" y="3169920"/>
                  </a:moveTo>
                  <a:cubicBezTo>
                    <a:pt x="0" y="1419225"/>
                    <a:pt x="1419225" y="0"/>
                    <a:pt x="3169920" y="0"/>
                  </a:cubicBezTo>
                  <a:cubicBezTo>
                    <a:pt x="4920615" y="0"/>
                    <a:pt x="6339840" y="1419225"/>
                    <a:pt x="6339840" y="3169920"/>
                  </a:cubicBezTo>
                  <a:cubicBezTo>
                    <a:pt x="6339840" y="4920615"/>
                    <a:pt x="4920615" y="6339840"/>
                    <a:pt x="3169920" y="6339840"/>
                  </a:cubicBezTo>
                  <a:cubicBezTo>
                    <a:pt x="1419225" y="6339840"/>
                    <a:pt x="0" y="4920615"/>
                    <a:pt x="0" y="316992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73749" cy="6373622"/>
            </a:xfrm>
            <a:custGeom>
              <a:avLst/>
              <a:gdLst/>
              <a:ahLst/>
              <a:cxnLst/>
              <a:rect r="r" b="b" t="t" l="l"/>
              <a:pathLst>
                <a:path h="6373622" w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lnTo>
                    <a:pt x="3186811" y="16891"/>
                  </a:lnTo>
                  <a:lnTo>
                    <a:pt x="3186811" y="0"/>
                  </a:lnTo>
                  <a:cubicBezTo>
                    <a:pt x="4946904" y="0"/>
                    <a:pt x="6373749" y="1426845"/>
                    <a:pt x="6373749" y="3186811"/>
                  </a:cubicBezTo>
                  <a:cubicBezTo>
                    <a:pt x="6373749" y="4946904"/>
                    <a:pt x="4946904" y="6373622"/>
                    <a:pt x="3186938" y="6373622"/>
                  </a:cubicBezTo>
                  <a:lnTo>
                    <a:pt x="3186938" y="6356731"/>
                  </a:lnTo>
                  <a:lnTo>
                    <a:pt x="3186938" y="6373622"/>
                  </a:lnTo>
                  <a:cubicBezTo>
                    <a:pt x="1426845" y="6373749"/>
                    <a:pt x="0" y="4946904"/>
                    <a:pt x="0" y="3186811"/>
                  </a:cubicBezTo>
                  <a:lnTo>
                    <a:pt x="16891" y="3186811"/>
                  </a:lnTo>
                  <a:lnTo>
                    <a:pt x="29718" y="3197860"/>
                  </a:lnTo>
                  <a:cubicBezTo>
                    <a:pt x="25146" y="3203194"/>
                    <a:pt x="17653" y="3205226"/>
                    <a:pt x="11049" y="3202686"/>
                  </a:cubicBezTo>
                  <a:cubicBezTo>
                    <a:pt x="4445" y="3200146"/>
                    <a:pt x="0" y="3193923"/>
                    <a:pt x="0" y="3186811"/>
                  </a:cubicBezTo>
                  <a:moveTo>
                    <a:pt x="33909" y="3186811"/>
                  </a:moveTo>
                  <a:lnTo>
                    <a:pt x="16891" y="3186811"/>
                  </a:lnTo>
                  <a:lnTo>
                    <a:pt x="4064" y="3175762"/>
                  </a:lnTo>
                  <a:cubicBezTo>
                    <a:pt x="8636" y="3170428"/>
                    <a:pt x="16129" y="3168396"/>
                    <a:pt x="22733" y="3170936"/>
                  </a:cubicBezTo>
                  <a:cubicBezTo>
                    <a:pt x="29337" y="3173476"/>
                    <a:pt x="33782" y="3179699"/>
                    <a:pt x="33782" y="3186811"/>
                  </a:cubicBezTo>
                  <a:cubicBezTo>
                    <a:pt x="33782" y="4928108"/>
                    <a:pt x="1445387" y="6339840"/>
                    <a:pt x="3186811" y="6339840"/>
                  </a:cubicBezTo>
                  <a:cubicBezTo>
                    <a:pt x="4928108" y="6339840"/>
                    <a:pt x="6339840" y="4928235"/>
                    <a:pt x="6339840" y="3186811"/>
                  </a:cubicBezTo>
                  <a:lnTo>
                    <a:pt x="6356731" y="3186811"/>
                  </a:lnTo>
                  <a:lnTo>
                    <a:pt x="6339840" y="3186811"/>
                  </a:lnTo>
                  <a:cubicBezTo>
                    <a:pt x="6339840" y="1445514"/>
                    <a:pt x="4928235" y="33909"/>
                    <a:pt x="3186811" y="33909"/>
                  </a:cubicBezTo>
                  <a:lnTo>
                    <a:pt x="3186811" y="16891"/>
                  </a:lnTo>
                  <a:lnTo>
                    <a:pt x="3186811" y="33909"/>
                  </a:lnTo>
                  <a:cubicBezTo>
                    <a:pt x="1445514" y="33909"/>
                    <a:pt x="33909" y="1445514"/>
                    <a:pt x="33909" y="318681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68263" y="3096263"/>
            <a:ext cx="2951483" cy="2951483"/>
            <a:chOff x="0" y="0"/>
            <a:chExt cx="3935311" cy="3935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9014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3901440">
                  <a:moveTo>
                    <a:pt x="0" y="1950720"/>
                  </a:moveTo>
                  <a:cubicBezTo>
                    <a:pt x="0" y="873379"/>
                    <a:pt x="873379" y="0"/>
                    <a:pt x="1950720" y="0"/>
                  </a:cubicBezTo>
                  <a:cubicBezTo>
                    <a:pt x="3028061" y="0"/>
                    <a:pt x="3901440" y="873379"/>
                    <a:pt x="3901440" y="1950720"/>
                  </a:cubicBezTo>
                  <a:cubicBezTo>
                    <a:pt x="3901440" y="3028061"/>
                    <a:pt x="3028061" y="3901440"/>
                    <a:pt x="1950720" y="3901440"/>
                  </a:cubicBezTo>
                  <a:cubicBezTo>
                    <a:pt x="873379" y="3901440"/>
                    <a:pt x="0" y="3028061"/>
                    <a:pt x="0" y="1950720"/>
                  </a:cubicBezTo>
                  <a:close/>
                </a:path>
              </a:pathLst>
            </a:custGeom>
            <a:solidFill>
              <a:srgbClr val="7A4818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5349" cy="3935222"/>
            </a:xfrm>
            <a:custGeom>
              <a:avLst/>
              <a:gdLst/>
              <a:ahLst/>
              <a:cxnLst/>
              <a:rect r="r" b="b" t="t" l="l"/>
              <a:pathLst>
                <a:path h="3935222" w="3935349">
                  <a:moveTo>
                    <a:pt x="0" y="1967611"/>
                  </a:moveTo>
                  <a:cubicBezTo>
                    <a:pt x="0" y="880999"/>
                    <a:pt x="880999" y="0"/>
                    <a:pt x="1967611" y="0"/>
                  </a:cubicBezTo>
                  <a:lnTo>
                    <a:pt x="1967611" y="16891"/>
                  </a:lnTo>
                  <a:lnTo>
                    <a:pt x="1967611" y="0"/>
                  </a:lnTo>
                  <a:cubicBezTo>
                    <a:pt x="3054350" y="0"/>
                    <a:pt x="3935349" y="880999"/>
                    <a:pt x="3935349" y="1967611"/>
                  </a:cubicBezTo>
                  <a:lnTo>
                    <a:pt x="3918458" y="1967611"/>
                  </a:lnTo>
                  <a:lnTo>
                    <a:pt x="3935349" y="1967611"/>
                  </a:lnTo>
                  <a:cubicBezTo>
                    <a:pt x="3935349" y="3054350"/>
                    <a:pt x="3054350" y="3935222"/>
                    <a:pt x="1967738" y="3935222"/>
                  </a:cubicBezTo>
                  <a:lnTo>
                    <a:pt x="1967738" y="3918331"/>
                  </a:lnTo>
                  <a:lnTo>
                    <a:pt x="1967738" y="3935222"/>
                  </a:lnTo>
                  <a:cubicBezTo>
                    <a:pt x="880999" y="3935349"/>
                    <a:pt x="0" y="3054350"/>
                    <a:pt x="0" y="1967611"/>
                  </a:cubicBezTo>
                  <a:lnTo>
                    <a:pt x="16891" y="196761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0" y="1967611"/>
                  </a:lnTo>
                  <a:moveTo>
                    <a:pt x="33909" y="1967611"/>
                  </a:moveTo>
                  <a:cubicBezTo>
                    <a:pt x="33909" y="1977009"/>
                    <a:pt x="26289" y="1984502"/>
                    <a:pt x="17018" y="1984502"/>
                  </a:cubicBezTo>
                  <a:cubicBezTo>
                    <a:pt x="7747" y="1984502"/>
                    <a:pt x="0" y="1977009"/>
                    <a:pt x="0" y="1967611"/>
                  </a:cubicBezTo>
                  <a:cubicBezTo>
                    <a:pt x="0" y="1958213"/>
                    <a:pt x="7620" y="1950720"/>
                    <a:pt x="16891" y="1950720"/>
                  </a:cubicBezTo>
                  <a:cubicBezTo>
                    <a:pt x="26162" y="1950720"/>
                    <a:pt x="33782" y="1958340"/>
                    <a:pt x="33782" y="1967611"/>
                  </a:cubicBezTo>
                  <a:cubicBezTo>
                    <a:pt x="33782" y="3035554"/>
                    <a:pt x="899541" y="3901440"/>
                    <a:pt x="1967611" y="3901440"/>
                  </a:cubicBezTo>
                  <a:cubicBezTo>
                    <a:pt x="3035554" y="3901440"/>
                    <a:pt x="3901440" y="3035681"/>
                    <a:pt x="3901440" y="1967611"/>
                  </a:cubicBezTo>
                  <a:cubicBezTo>
                    <a:pt x="3901440" y="899668"/>
                    <a:pt x="3035681" y="33782"/>
                    <a:pt x="1967611" y="33782"/>
                  </a:cubicBezTo>
                  <a:lnTo>
                    <a:pt x="1967611" y="16891"/>
                  </a:lnTo>
                  <a:lnTo>
                    <a:pt x="1967611" y="33909"/>
                  </a:lnTo>
                  <a:cubicBezTo>
                    <a:pt x="899668" y="33909"/>
                    <a:pt x="33909" y="899668"/>
                    <a:pt x="33909" y="1967611"/>
                  </a:cubicBezTo>
                  <a:close/>
                </a:path>
              </a:pathLst>
            </a:custGeom>
            <a:solidFill>
              <a:srgbClr val="7A4818">
                <a:alpha val="313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1947" y="900427"/>
            <a:ext cx="2771137" cy="759457"/>
            <a:chOff x="0" y="0"/>
            <a:chExt cx="3694849" cy="10126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3716" y="635"/>
              <a:ext cx="3667252" cy="1011301"/>
            </a:xfrm>
            <a:custGeom>
              <a:avLst/>
              <a:gdLst/>
              <a:ahLst/>
              <a:cxnLst/>
              <a:rect r="r" b="b" t="t" l="l"/>
              <a:pathLst>
                <a:path h="1011301" w="3667252">
                  <a:moveTo>
                    <a:pt x="9652" y="0"/>
                  </a:moveTo>
                  <a:lnTo>
                    <a:pt x="3667252" y="975360"/>
                  </a:lnTo>
                  <a:lnTo>
                    <a:pt x="3657600" y="101130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375147" y="900427"/>
            <a:ext cx="4417057" cy="759457"/>
            <a:chOff x="0" y="0"/>
            <a:chExt cx="5889409" cy="10126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621" y="254"/>
              <a:ext cx="5858256" cy="1012063"/>
            </a:xfrm>
            <a:custGeom>
              <a:avLst/>
              <a:gdLst/>
              <a:ahLst/>
              <a:cxnLst/>
              <a:rect r="r" b="b" t="t" l="l"/>
              <a:pathLst>
                <a:path h="1012063" w="5858256">
                  <a:moveTo>
                    <a:pt x="6096" y="0"/>
                  </a:moveTo>
                  <a:lnTo>
                    <a:pt x="5858256" y="975360"/>
                  </a:lnTo>
                  <a:lnTo>
                    <a:pt x="5852160" y="1012063"/>
                  </a:lnTo>
                  <a:lnTo>
                    <a:pt x="0" y="36703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64267" y="900427"/>
            <a:ext cx="3136897" cy="1308097"/>
            <a:chOff x="0" y="0"/>
            <a:chExt cx="4182529" cy="17441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557" y="1397"/>
              <a:ext cx="4159504" cy="1741297"/>
            </a:xfrm>
            <a:custGeom>
              <a:avLst/>
              <a:gdLst/>
              <a:ahLst/>
              <a:cxnLst/>
              <a:rect r="r" b="b" t="t" l="l"/>
              <a:pathLst>
                <a:path h="1741297" w="4159504">
                  <a:moveTo>
                    <a:pt x="14224" y="0"/>
                  </a:moveTo>
                  <a:lnTo>
                    <a:pt x="4159504" y="1706880"/>
                  </a:lnTo>
                  <a:lnTo>
                    <a:pt x="4145280" y="1741297"/>
                  </a:lnTo>
                  <a:lnTo>
                    <a:pt x="0" y="3441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73227" y="2180587"/>
            <a:ext cx="5514337" cy="393697"/>
            <a:chOff x="0" y="0"/>
            <a:chExt cx="7352449" cy="524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272" y="0"/>
              <a:ext cx="7317740" cy="524891"/>
            </a:xfrm>
            <a:custGeom>
              <a:avLst/>
              <a:gdLst/>
              <a:ahLst/>
              <a:cxnLst/>
              <a:rect r="r" b="b" t="t" l="l"/>
              <a:pathLst>
                <a:path h="524891" w="7317740">
                  <a:moveTo>
                    <a:pt x="2540" y="0"/>
                  </a:moveTo>
                  <a:lnTo>
                    <a:pt x="7317740" y="487680"/>
                  </a:lnTo>
                  <a:lnTo>
                    <a:pt x="7315200" y="524891"/>
                  </a:lnTo>
                  <a:lnTo>
                    <a:pt x="0" y="3721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94987" y="3643627"/>
            <a:ext cx="4051297" cy="1856737"/>
            <a:chOff x="0" y="0"/>
            <a:chExt cx="5401729" cy="24756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0922" y="1651"/>
              <a:ext cx="5379847" cy="2472309"/>
            </a:xfrm>
            <a:custGeom>
              <a:avLst/>
              <a:gdLst/>
              <a:ahLst/>
              <a:cxnLst/>
              <a:rect r="r" b="b" t="t" l="l"/>
              <a:pathLst>
                <a:path h="2472309" w="5379847">
                  <a:moveTo>
                    <a:pt x="15367" y="0"/>
                  </a:moveTo>
                  <a:lnTo>
                    <a:pt x="5379847" y="2438400"/>
                  </a:lnTo>
                  <a:lnTo>
                    <a:pt x="5364480" y="24723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18347" y="900427"/>
            <a:ext cx="1673857" cy="2771137"/>
            <a:chOff x="0" y="0"/>
            <a:chExt cx="2231809" cy="36948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667" y="9017"/>
              <a:ext cx="2226437" cy="3676777"/>
            </a:xfrm>
            <a:custGeom>
              <a:avLst/>
              <a:gdLst/>
              <a:ahLst/>
              <a:cxnLst/>
              <a:rect r="r" b="b" t="t" l="l"/>
              <a:pathLst>
                <a:path h="3676777" w="2226437">
                  <a:moveTo>
                    <a:pt x="31877" y="0"/>
                  </a:moveTo>
                  <a:lnTo>
                    <a:pt x="2226437" y="3657600"/>
                  </a:lnTo>
                  <a:lnTo>
                    <a:pt x="2194433" y="3676777"/>
                  </a:lnTo>
                  <a:lnTo>
                    <a:pt x="0" y="1917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5787" y="5289547"/>
            <a:ext cx="3502657" cy="759457"/>
            <a:chOff x="0" y="0"/>
            <a:chExt cx="4670209" cy="10126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4732" y="381"/>
              <a:ext cx="4640707" cy="1011809"/>
            </a:xfrm>
            <a:custGeom>
              <a:avLst/>
              <a:gdLst/>
              <a:ahLst/>
              <a:cxnLst/>
              <a:rect r="r" b="b" t="t" l="l"/>
              <a:pathLst>
                <a:path h="1011809" w="4640707">
                  <a:moveTo>
                    <a:pt x="7747" y="0"/>
                  </a:moveTo>
                  <a:lnTo>
                    <a:pt x="4640707" y="975360"/>
                  </a:lnTo>
                  <a:lnTo>
                    <a:pt x="4633087" y="1011809"/>
                  </a:lnTo>
                  <a:lnTo>
                    <a:pt x="0" y="3644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18347" y="3643627"/>
            <a:ext cx="2405377" cy="1673857"/>
            <a:chOff x="0" y="0"/>
            <a:chExt cx="3207169" cy="22318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8001" y="3302"/>
              <a:ext cx="3191129" cy="2225167"/>
            </a:xfrm>
            <a:custGeom>
              <a:avLst/>
              <a:gdLst/>
              <a:ahLst/>
              <a:cxnLst/>
              <a:rect r="r" b="b" t="t" l="l"/>
              <a:pathLst>
                <a:path h="2225167" w="3191129">
                  <a:moveTo>
                    <a:pt x="21209" y="0"/>
                  </a:moveTo>
                  <a:lnTo>
                    <a:pt x="3191129" y="2194560"/>
                  </a:lnTo>
                  <a:lnTo>
                    <a:pt x="3169920" y="2225167"/>
                  </a:lnTo>
                  <a:lnTo>
                    <a:pt x="0" y="30607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95787" y="5106667"/>
            <a:ext cx="7343137" cy="210817"/>
            <a:chOff x="0" y="0"/>
            <a:chExt cx="9790849" cy="2810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8161" y="0"/>
              <a:ext cx="9754489" cy="281051"/>
            </a:xfrm>
            <a:custGeom>
              <a:avLst/>
              <a:gdLst/>
              <a:ahLst/>
              <a:cxnLst/>
              <a:rect r="r" b="b" t="t" l="l"/>
              <a:pathLst>
                <a:path h="281051" w="9754489">
                  <a:moveTo>
                    <a:pt x="889" y="0"/>
                  </a:moveTo>
                  <a:lnTo>
                    <a:pt x="9754489" y="243840"/>
                  </a:lnTo>
                  <a:lnTo>
                    <a:pt x="9753600" y="281051"/>
                  </a:lnTo>
                  <a:lnTo>
                    <a:pt x="0" y="37211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094987" y="5472427"/>
            <a:ext cx="1673857" cy="2405377"/>
            <a:chOff x="0" y="0"/>
            <a:chExt cx="2231809" cy="32071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02" y="8001"/>
              <a:ext cx="2225167" cy="3191129"/>
            </a:xfrm>
            <a:custGeom>
              <a:avLst/>
              <a:gdLst/>
              <a:ahLst/>
              <a:cxnLst/>
              <a:rect r="r" b="b" t="t" l="l"/>
              <a:pathLst>
                <a:path h="3191129" w="2225167">
                  <a:moveTo>
                    <a:pt x="30607" y="0"/>
                  </a:moveTo>
                  <a:lnTo>
                    <a:pt x="2225167" y="3169920"/>
                  </a:lnTo>
                  <a:lnTo>
                    <a:pt x="2194560" y="3191129"/>
                  </a:lnTo>
                  <a:lnTo>
                    <a:pt x="0" y="21209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58827" y="8581387"/>
            <a:ext cx="2954017" cy="759457"/>
            <a:chOff x="0" y="0"/>
            <a:chExt cx="3938689" cy="10126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4097" y="508"/>
              <a:ext cx="3910457" cy="1011555"/>
            </a:xfrm>
            <a:custGeom>
              <a:avLst/>
              <a:gdLst/>
              <a:ahLst/>
              <a:cxnLst/>
              <a:rect r="r" b="b" t="t" l="l"/>
              <a:pathLst>
                <a:path h="1011555" w="3910457">
                  <a:moveTo>
                    <a:pt x="9017" y="0"/>
                  </a:moveTo>
                  <a:lnTo>
                    <a:pt x="3910457" y="975360"/>
                  </a:lnTo>
                  <a:lnTo>
                    <a:pt x="3901440" y="101155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884907" y="8398507"/>
            <a:ext cx="2954017" cy="942337"/>
            <a:chOff x="0" y="0"/>
            <a:chExt cx="3938689" cy="12564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3081" y="889"/>
              <a:ext cx="3912489" cy="1254760"/>
            </a:xfrm>
            <a:custGeom>
              <a:avLst/>
              <a:gdLst/>
              <a:ahLst/>
              <a:cxnLst/>
              <a:rect r="r" b="b" t="t" l="l"/>
              <a:pathLst>
                <a:path h="1254760" w="3912489">
                  <a:moveTo>
                    <a:pt x="11049" y="0"/>
                  </a:moveTo>
                  <a:lnTo>
                    <a:pt x="3912489" y="1219200"/>
                  </a:lnTo>
                  <a:lnTo>
                    <a:pt x="3901440" y="1254760"/>
                  </a:lnTo>
                  <a:lnTo>
                    <a:pt x="0" y="35560"/>
                  </a:lnTo>
                  <a:close/>
                </a:path>
              </a:pathLst>
            </a:custGeom>
            <a:solidFill>
              <a:srgbClr val="5A3510">
                <a:alpha val="56078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40615" y="609095"/>
            <a:ext cx="610619" cy="610619"/>
            <a:chOff x="0" y="0"/>
            <a:chExt cx="814159" cy="8141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992375" y="1249175"/>
            <a:ext cx="793499" cy="793499"/>
            <a:chOff x="0" y="0"/>
            <a:chExt cx="1057999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308343" y="444503"/>
            <a:ext cx="939803" cy="939803"/>
            <a:chOff x="0" y="0"/>
            <a:chExt cx="125307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27799" y="663959"/>
            <a:ext cx="500891" cy="500891"/>
            <a:chOff x="0" y="0"/>
            <a:chExt cx="667855" cy="6678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81895" y="1889255"/>
            <a:ext cx="610619" cy="610619"/>
            <a:chOff x="0" y="0"/>
            <a:chExt cx="814159" cy="8141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4070" cy="814070"/>
            </a:xfrm>
            <a:custGeom>
              <a:avLst/>
              <a:gdLst/>
              <a:ahLst/>
              <a:cxnLst/>
              <a:rect r="r" b="b" t="t" l="l"/>
              <a:pathLst>
                <a:path h="814070" w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764007" y="682247"/>
            <a:ext cx="464315" cy="464315"/>
            <a:chOff x="0" y="0"/>
            <a:chExt cx="619087" cy="61908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848839" y="1852679"/>
            <a:ext cx="683771" cy="683771"/>
            <a:chOff x="0" y="0"/>
            <a:chExt cx="911695" cy="9116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748791" y="5126231"/>
            <a:ext cx="720347" cy="720347"/>
            <a:chOff x="0" y="0"/>
            <a:chExt cx="960463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913383" y="5290823"/>
            <a:ext cx="391163" cy="391163"/>
            <a:chOff x="0" y="0"/>
            <a:chExt cx="521551" cy="5215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717287" y="3242567"/>
            <a:ext cx="830075" cy="830075"/>
            <a:chOff x="0" y="0"/>
            <a:chExt cx="1106767" cy="110676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021575" y="4815335"/>
            <a:ext cx="976379" cy="976379"/>
            <a:chOff x="0" y="0"/>
            <a:chExt cx="1301839" cy="13018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lnTo>
                    <a:pt x="650875" y="16891"/>
                  </a:lnTo>
                  <a:lnTo>
                    <a:pt x="650875" y="0"/>
                  </a:lnTo>
                  <a:cubicBezTo>
                    <a:pt x="1010412" y="0"/>
                    <a:pt x="1301750" y="291465"/>
                    <a:pt x="1301750" y="650875"/>
                  </a:cubicBezTo>
                  <a:lnTo>
                    <a:pt x="1284859" y="650875"/>
                  </a:lnTo>
                  <a:lnTo>
                    <a:pt x="1301750" y="650875"/>
                  </a:lnTo>
                  <a:cubicBezTo>
                    <a:pt x="1301750" y="1010412"/>
                    <a:pt x="1010285" y="1301750"/>
                    <a:pt x="650875" y="1301750"/>
                  </a:cubicBezTo>
                  <a:lnTo>
                    <a:pt x="650875" y="1284859"/>
                  </a:lnTo>
                  <a:lnTo>
                    <a:pt x="650875" y="1301750"/>
                  </a:lnTo>
                  <a:cubicBezTo>
                    <a:pt x="291465" y="1301877"/>
                    <a:pt x="0" y="1010412"/>
                    <a:pt x="0" y="650875"/>
                  </a:cubicBezTo>
                  <a:lnTo>
                    <a:pt x="16891" y="650875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cubicBezTo>
                    <a:pt x="33909" y="660273"/>
                    <a:pt x="26289" y="667766"/>
                    <a:pt x="17018" y="667766"/>
                  </a:cubicBezTo>
                  <a:cubicBezTo>
                    <a:pt x="7747" y="667766"/>
                    <a:pt x="0" y="660273"/>
                    <a:pt x="0" y="650875"/>
                  </a:cubicBezTo>
                  <a:cubicBezTo>
                    <a:pt x="0" y="641477"/>
                    <a:pt x="7620" y="633984"/>
                    <a:pt x="16891" y="633984"/>
                  </a:cubicBezTo>
                  <a:cubicBezTo>
                    <a:pt x="26162" y="633984"/>
                    <a:pt x="33782" y="641604"/>
                    <a:pt x="33782" y="650875"/>
                  </a:cubicBezTo>
                  <a:cubicBezTo>
                    <a:pt x="33782" y="991616"/>
                    <a:pt x="310007" y="1267968"/>
                    <a:pt x="650875" y="1267968"/>
                  </a:cubicBezTo>
                  <a:cubicBezTo>
                    <a:pt x="991616" y="1267968"/>
                    <a:pt x="1267968" y="991743"/>
                    <a:pt x="1267968" y="650875"/>
                  </a:cubicBezTo>
                  <a:cubicBezTo>
                    <a:pt x="1267968" y="310134"/>
                    <a:pt x="991743" y="33782"/>
                    <a:pt x="650875" y="33782"/>
                  </a:cubicBezTo>
                  <a:lnTo>
                    <a:pt x="650875" y="16891"/>
                  </a:lnTo>
                  <a:lnTo>
                    <a:pt x="650875" y="33909"/>
                  </a:lnTo>
                  <a:cubicBezTo>
                    <a:pt x="310134" y="33909"/>
                    <a:pt x="33909" y="310134"/>
                    <a:pt x="33909" y="650875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41031" y="5034791"/>
            <a:ext cx="537467" cy="537467"/>
            <a:chOff x="0" y="0"/>
            <a:chExt cx="716623" cy="7166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715751" y="5766311"/>
            <a:ext cx="537467" cy="537467"/>
            <a:chOff x="0" y="0"/>
            <a:chExt cx="716623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483079" y="4778759"/>
            <a:ext cx="683771" cy="683771"/>
            <a:chOff x="0" y="0"/>
            <a:chExt cx="911695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504439" y="7613399"/>
            <a:ext cx="500891" cy="500891"/>
            <a:chOff x="0" y="0"/>
            <a:chExt cx="667855" cy="66785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7A481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630919" y="8253479"/>
            <a:ext cx="683771" cy="683771"/>
            <a:chOff x="0" y="0"/>
            <a:chExt cx="911695" cy="91169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596"/>
                    <a:pt x="877824" y="438912"/>
                  </a:cubicBezTo>
                  <a:cubicBezTo>
                    <a:pt x="877824" y="681228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1733" cy="911606"/>
            </a:xfrm>
            <a:custGeom>
              <a:avLst/>
              <a:gdLst/>
              <a:ahLst/>
              <a:cxnLst/>
              <a:rect r="r" b="b" t="t" l="l"/>
              <a:pathLst>
                <a:path h="911606" w="911733">
                  <a:moveTo>
                    <a:pt x="0" y="455803"/>
                  </a:moveTo>
                  <a:cubicBezTo>
                    <a:pt x="0" y="204089"/>
                    <a:pt x="204089" y="0"/>
                    <a:pt x="455803" y="0"/>
                  </a:cubicBezTo>
                  <a:lnTo>
                    <a:pt x="455803" y="16891"/>
                  </a:lnTo>
                  <a:lnTo>
                    <a:pt x="455803" y="0"/>
                  </a:lnTo>
                  <a:cubicBezTo>
                    <a:pt x="707644" y="0"/>
                    <a:pt x="911733" y="204089"/>
                    <a:pt x="911733" y="455803"/>
                  </a:cubicBezTo>
                  <a:cubicBezTo>
                    <a:pt x="911733" y="707517"/>
                    <a:pt x="707644" y="911606"/>
                    <a:pt x="455930" y="911606"/>
                  </a:cubicBezTo>
                  <a:lnTo>
                    <a:pt x="455930" y="894715"/>
                  </a:lnTo>
                  <a:lnTo>
                    <a:pt x="455930" y="911606"/>
                  </a:lnTo>
                  <a:cubicBezTo>
                    <a:pt x="204089" y="911733"/>
                    <a:pt x="0" y="707644"/>
                    <a:pt x="0" y="455803"/>
                  </a:cubicBezTo>
                  <a:lnTo>
                    <a:pt x="16891" y="455803"/>
                  </a:lnTo>
                  <a:lnTo>
                    <a:pt x="31242" y="464820"/>
                  </a:lnTo>
                  <a:cubicBezTo>
                    <a:pt x="27178" y="471170"/>
                    <a:pt x="19431" y="474218"/>
                    <a:pt x="12192" y="472059"/>
                  </a:cubicBezTo>
                  <a:cubicBezTo>
                    <a:pt x="4953" y="469900"/>
                    <a:pt x="0" y="463423"/>
                    <a:pt x="0" y="455803"/>
                  </a:cubicBezTo>
                  <a:moveTo>
                    <a:pt x="33909" y="455803"/>
                  </a:moveTo>
                  <a:lnTo>
                    <a:pt x="16891" y="455803"/>
                  </a:lnTo>
                  <a:lnTo>
                    <a:pt x="2540" y="446913"/>
                  </a:lnTo>
                  <a:cubicBezTo>
                    <a:pt x="6604" y="440563"/>
                    <a:pt x="14351" y="437515"/>
                    <a:pt x="21590" y="439674"/>
                  </a:cubicBezTo>
                  <a:cubicBezTo>
                    <a:pt x="28829" y="441833"/>
                    <a:pt x="33909" y="448437"/>
                    <a:pt x="33909" y="455930"/>
                  </a:cubicBezTo>
                  <a:cubicBezTo>
                    <a:pt x="33909" y="688975"/>
                    <a:pt x="222885" y="877951"/>
                    <a:pt x="455930" y="877951"/>
                  </a:cubicBezTo>
                  <a:cubicBezTo>
                    <a:pt x="688975" y="877951"/>
                    <a:pt x="877951" y="688975"/>
                    <a:pt x="877951" y="455930"/>
                  </a:cubicBezTo>
                  <a:lnTo>
                    <a:pt x="894842" y="455930"/>
                  </a:lnTo>
                  <a:lnTo>
                    <a:pt x="877951" y="455930"/>
                  </a:lnTo>
                  <a:cubicBezTo>
                    <a:pt x="877951" y="222885"/>
                    <a:pt x="688975" y="33909"/>
                    <a:pt x="455930" y="33909"/>
                  </a:cubicBezTo>
                  <a:lnTo>
                    <a:pt x="455930" y="16891"/>
                  </a:lnTo>
                  <a:lnTo>
                    <a:pt x="455930" y="33909"/>
                  </a:lnTo>
                  <a:cubicBezTo>
                    <a:pt x="222758" y="33909"/>
                    <a:pt x="33909" y="222758"/>
                    <a:pt x="33909" y="455803"/>
                  </a:cubicBezTo>
                  <a:close/>
                </a:path>
              </a:pathLst>
            </a:custGeom>
            <a:solidFill>
              <a:srgbClr val="3D1C0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648439" y="9076439"/>
            <a:ext cx="500891" cy="500891"/>
            <a:chOff x="0" y="0"/>
            <a:chExt cx="667855" cy="6678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986"/>
                    <a:pt x="633984" y="316992"/>
                  </a:cubicBezTo>
                  <a:cubicBezTo>
                    <a:pt x="633984" y="491998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7893" cy="667766"/>
            </a:xfrm>
            <a:custGeom>
              <a:avLst/>
              <a:gdLst/>
              <a:ahLst/>
              <a:cxnLst/>
              <a:rect r="r" b="b" t="t" l="l"/>
              <a:pathLst>
                <a:path h="667766" w="667893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333883" y="16891"/>
                  </a:lnTo>
                  <a:lnTo>
                    <a:pt x="333883" y="0"/>
                  </a:lnTo>
                  <a:cubicBezTo>
                    <a:pt x="518287" y="0"/>
                    <a:pt x="667893" y="149479"/>
                    <a:pt x="667893" y="333883"/>
                  </a:cubicBezTo>
                  <a:lnTo>
                    <a:pt x="650875" y="333883"/>
                  </a:lnTo>
                  <a:lnTo>
                    <a:pt x="667766" y="333883"/>
                  </a:lnTo>
                  <a:cubicBezTo>
                    <a:pt x="667766" y="518287"/>
                    <a:pt x="518287" y="667766"/>
                    <a:pt x="333883" y="667766"/>
                  </a:cubicBezTo>
                  <a:lnTo>
                    <a:pt x="333883" y="650875"/>
                  </a:lnTo>
                  <a:lnTo>
                    <a:pt x="333883" y="667766"/>
                  </a:lnTo>
                  <a:cubicBezTo>
                    <a:pt x="149479" y="667893"/>
                    <a:pt x="0" y="518287"/>
                    <a:pt x="0" y="333883"/>
                  </a:cubicBezTo>
                  <a:lnTo>
                    <a:pt x="16891" y="333883"/>
                  </a:lnTo>
                  <a:lnTo>
                    <a:pt x="33909" y="333883"/>
                  </a:lnTo>
                  <a:lnTo>
                    <a:pt x="16891" y="333883"/>
                  </a:lnTo>
                  <a:lnTo>
                    <a:pt x="0" y="333883"/>
                  </a:lnTo>
                  <a:moveTo>
                    <a:pt x="33909" y="333883"/>
                  </a:moveTo>
                  <a:cubicBezTo>
                    <a:pt x="33909" y="343281"/>
                    <a:pt x="26289" y="350774"/>
                    <a:pt x="17018" y="350774"/>
                  </a:cubicBezTo>
                  <a:cubicBezTo>
                    <a:pt x="7747" y="350774"/>
                    <a:pt x="0" y="343281"/>
                    <a:pt x="0" y="333883"/>
                  </a:cubicBezTo>
                  <a:cubicBezTo>
                    <a:pt x="0" y="324485"/>
                    <a:pt x="7620" y="316992"/>
                    <a:pt x="16891" y="316992"/>
                  </a:cubicBezTo>
                  <a:cubicBezTo>
                    <a:pt x="26162" y="316992"/>
                    <a:pt x="33782" y="324612"/>
                    <a:pt x="33782" y="333883"/>
                  </a:cubicBezTo>
                  <a:cubicBezTo>
                    <a:pt x="33782" y="499618"/>
                    <a:pt x="168148" y="633984"/>
                    <a:pt x="333883" y="633984"/>
                  </a:cubicBezTo>
                  <a:cubicBezTo>
                    <a:pt x="499618" y="633984"/>
                    <a:pt x="633984" y="499618"/>
                    <a:pt x="633984" y="333883"/>
                  </a:cubicBezTo>
                  <a:cubicBezTo>
                    <a:pt x="633984" y="168148"/>
                    <a:pt x="499618" y="33782"/>
                    <a:pt x="333883" y="33782"/>
                  </a:cubicBezTo>
                  <a:lnTo>
                    <a:pt x="333883" y="16891"/>
                  </a:lnTo>
                  <a:lnTo>
                    <a:pt x="333883" y="33909"/>
                  </a:lnTo>
                  <a:cubicBezTo>
                    <a:pt x="168148" y="33909"/>
                    <a:pt x="33909" y="168148"/>
                    <a:pt x="33909" y="333883"/>
                  </a:cubicBezTo>
                  <a:close/>
                </a:path>
              </a:pathLst>
            </a:custGeom>
            <a:solidFill>
              <a:srgbClr val="C8903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46503" y="8034023"/>
            <a:ext cx="756923" cy="756923"/>
            <a:chOff x="0" y="0"/>
            <a:chExt cx="1009231" cy="10092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9269" cy="1009142"/>
            </a:xfrm>
            <a:custGeom>
              <a:avLst/>
              <a:gdLst/>
              <a:ahLst/>
              <a:cxnLst/>
              <a:rect r="r" b="b" t="t" l="l"/>
              <a:pathLst>
                <a:path h="1009142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4A280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6611095" y="8198615"/>
            <a:ext cx="427739" cy="427739"/>
            <a:chOff x="0" y="0"/>
            <a:chExt cx="570319" cy="5703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D4B89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-12697" y="-12697"/>
            <a:ext cx="2637968" cy="208283"/>
            <a:chOff x="0" y="0"/>
            <a:chExt cx="3517290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599868" y="-12697"/>
            <a:ext cx="2637968" cy="208283"/>
            <a:chOff x="0" y="0"/>
            <a:chExt cx="3517290" cy="277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55A3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5A3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5212442" y="-12697"/>
            <a:ext cx="2637968" cy="208283"/>
            <a:chOff x="0" y="0"/>
            <a:chExt cx="3517290" cy="2777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825016" y="-12697"/>
            <a:ext cx="2637968" cy="208283"/>
            <a:chOff x="0" y="0"/>
            <a:chExt cx="3517290" cy="2777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437590" y="-12697"/>
            <a:ext cx="2637968" cy="208283"/>
            <a:chOff x="0" y="0"/>
            <a:chExt cx="3517290" cy="27771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050155" y="-12697"/>
            <a:ext cx="2637968" cy="208283"/>
            <a:chOff x="0" y="0"/>
            <a:chExt cx="3517290" cy="2777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662729" y="-12697"/>
            <a:ext cx="2637968" cy="208283"/>
            <a:chOff x="0" y="0"/>
            <a:chExt cx="3517290" cy="2777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3483483" cy="243840"/>
            </a:xfrm>
            <a:custGeom>
              <a:avLst/>
              <a:gdLst/>
              <a:ahLst/>
              <a:cxnLst/>
              <a:rect r="r" b="b" t="t" l="l"/>
              <a:pathLst>
                <a:path h="243840" w="3483483">
                  <a:moveTo>
                    <a:pt x="0" y="0"/>
                  </a:moveTo>
                  <a:lnTo>
                    <a:pt x="3483483" y="0"/>
                  </a:lnTo>
                  <a:lnTo>
                    <a:pt x="3483483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87171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17265" cy="277624"/>
            </a:xfrm>
            <a:custGeom>
              <a:avLst/>
              <a:gdLst/>
              <a:ahLst/>
              <a:cxnLst/>
              <a:rect r="r" b="b" t="t" l="l"/>
              <a:pathLst>
                <a:path h="277624" w="3517265">
                  <a:moveTo>
                    <a:pt x="16891" y="0"/>
                  </a:moveTo>
                  <a:lnTo>
                    <a:pt x="3500374" y="0"/>
                  </a:lnTo>
                  <a:cubicBezTo>
                    <a:pt x="3509772" y="0"/>
                    <a:pt x="3517265" y="7620"/>
                    <a:pt x="3517265" y="16891"/>
                  </a:cubicBezTo>
                  <a:lnTo>
                    <a:pt x="3517265" y="260731"/>
                  </a:lnTo>
                  <a:cubicBezTo>
                    <a:pt x="3517265" y="270129"/>
                    <a:pt x="3509645" y="277622"/>
                    <a:pt x="3500374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3500374" y="243840"/>
                  </a:lnTo>
                  <a:lnTo>
                    <a:pt x="3500374" y="260731"/>
                  </a:lnTo>
                  <a:lnTo>
                    <a:pt x="3483483" y="260731"/>
                  </a:lnTo>
                  <a:lnTo>
                    <a:pt x="3483483" y="16891"/>
                  </a:lnTo>
                  <a:lnTo>
                    <a:pt x="3500374" y="16891"/>
                  </a:lnTo>
                  <a:lnTo>
                    <a:pt x="35003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4400" y="3145536"/>
            <a:ext cx="16459200" cy="2523744"/>
            <a:chOff x="0" y="0"/>
            <a:chExt cx="21945600" cy="33649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945600" cy="3364992"/>
            </a:xfrm>
            <a:custGeom>
              <a:avLst/>
              <a:gdLst/>
              <a:ahLst/>
              <a:cxnLst/>
              <a:rect r="r" b="b" t="t" l="l"/>
              <a:pathLst>
                <a:path h="33649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364992"/>
                  </a:lnTo>
                  <a:lnTo>
                    <a:pt x="0" y="3364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21945600" cy="3364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839463" y="5876039"/>
            <a:ext cx="6609083" cy="135131"/>
            <a:chOff x="0" y="0"/>
            <a:chExt cx="8812111" cy="18017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8778240" cy="146304"/>
            </a:xfrm>
            <a:custGeom>
              <a:avLst/>
              <a:gdLst/>
              <a:ahLst/>
              <a:cxnLst/>
              <a:rect r="r" b="b" t="t" l="l"/>
              <a:pathLst>
                <a:path h="14630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812022" cy="180088"/>
            </a:xfrm>
            <a:custGeom>
              <a:avLst/>
              <a:gdLst/>
              <a:ahLst/>
              <a:cxnLst/>
              <a:rect r="r" b="b" t="t" l="l"/>
              <a:pathLst>
                <a:path h="180088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63195"/>
                  </a:lnTo>
                  <a:cubicBezTo>
                    <a:pt x="8812022" y="172593"/>
                    <a:pt x="8804402" y="180086"/>
                    <a:pt x="879513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8795131" y="146304"/>
                  </a:lnTo>
                  <a:lnTo>
                    <a:pt x="8795131" y="163195"/>
                  </a:lnTo>
                  <a:lnTo>
                    <a:pt x="8778240" y="163195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14400" y="6181344"/>
            <a:ext cx="16459200" cy="804672"/>
            <a:chOff x="0" y="0"/>
            <a:chExt cx="21945600" cy="107289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66675"/>
              <a:ext cx="21945600" cy="1139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E8DC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&amp; Discussion Welcome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96647" y="7265927"/>
            <a:ext cx="2329691" cy="1342139"/>
            <a:chOff x="0" y="0"/>
            <a:chExt cx="3106255" cy="178951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E55A3A">
                <a:alpha val="3137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E55A3A">
                <a:alpha val="20000"/>
              </a:srgbClr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609344" y="7351776"/>
            <a:ext cx="2304288" cy="548640"/>
            <a:chOff x="0" y="0"/>
            <a:chExt cx="3072384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55A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609344" y="7900416"/>
            <a:ext cx="2304288" cy="475488"/>
            <a:chOff x="0" y="0"/>
            <a:chExt cx="3072384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156967" y="7265927"/>
            <a:ext cx="2329691" cy="1342139"/>
            <a:chOff x="0" y="0"/>
            <a:chExt cx="3106255" cy="178951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0D9488">
                <a:alpha val="3137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0D9488">
                <a:alpha val="20000"/>
              </a:srgbClr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169664" y="7351776"/>
            <a:ext cx="2304288" cy="548640"/>
            <a:chOff x="0" y="0"/>
            <a:chExt cx="3072384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9488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4169664" y="7900416"/>
            <a:ext cx="2304288" cy="475488"/>
            <a:chOff x="0" y="0"/>
            <a:chExt cx="3072384" cy="63398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Approach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717287" y="7265927"/>
            <a:ext cx="2329691" cy="1342139"/>
            <a:chOff x="0" y="0"/>
            <a:chExt cx="3106255" cy="178951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F59E0B">
                <a:alpha val="3137"/>
              </a:srgbClr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F59E0B">
                <a:alpha val="20000"/>
              </a:srgbClr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729984" y="7351776"/>
            <a:ext cx="2304288" cy="548640"/>
            <a:chOff x="0" y="0"/>
            <a:chExt cx="3072384" cy="7315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729984" y="7900416"/>
            <a:ext cx="2304288" cy="475488"/>
            <a:chOff x="0" y="0"/>
            <a:chExt cx="3072384" cy="6339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277607" y="7265927"/>
            <a:ext cx="2329691" cy="1342139"/>
            <a:chOff x="0" y="0"/>
            <a:chExt cx="3106255" cy="178951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8B5CF6">
                <a:alpha val="3137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8B5CF6">
                <a:alpha val="20000"/>
              </a:srgbClr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90304" y="7351776"/>
            <a:ext cx="2304288" cy="548640"/>
            <a:chOff x="0" y="0"/>
            <a:chExt cx="3072384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8B5C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290304" y="7900416"/>
            <a:ext cx="2304288" cy="475488"/>
            <a:chOff x="0" y="0"/>
            <a:chExt cx="3072384" cy="63398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1837927" y="7265927"/>
            <a:ext cx="2329691" cy="1342139"/>
            <a:chOff x="0" y="0"/>
            <a:chExt cx="3106255" cy="178951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22C55E">
                <a:alpha val="20000"/>
              </a:srgbClr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1850624" y="7351776"/>
            <a:ext cx="2304288" cy="548640"/>
            <a:chOff x="0" y="0"/>
            <a:chExt cx="3072384" cy="73152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22C55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1850624" y="7900416"/>
            <a:ext cx="2304288" cy="475488"/>
            <a:chOff x="0" y="0"/>
            <a:chExt cx="3072384" cy="63398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4398247" y="7265927"/>
            <a:ext cx="2329691" cy="1342139"/>
            <a:chOff x="0" y="0"/>
            <a:chExt cx="3106255" cy="178951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3072511" cy="1755648"/>
            </a:xfrm>
            <a:custGeom>
              <a:avLst/>
              <a:gdLst/>
              <a:ahLst/>
              <a:cxnLst/>
              <a:rect r="r" b="b" t="t" l="l"/>
              <a:pathLst>
                <a:path h="1755648" w="3072511">
                  <a:moveTo>
                    <a:pt x="0" y="243840"/>
                  </a:moveTo>
                  <a:cubicBezTo>
                    <a:pt x="0" y="109220"/>
                    <a:pt x="110109" y="0"/>
                    <a:pt x="245872" y="0"/>
                  </a:cubicBezTo>
                  <a:lnTo>
                    <a:pt x="2826639" y="0"/>
                  </a:lnTo>
                  <a:cubicBezTo>
                    <a:pt x="2962402" y="0"/>
                    <a:pt x="3072511" y="109220"/>
                    <a:pt x="3072511" y="243840"/>
                  </a:cubicBezTo>
                  <a:lnTo>
                    <a:pt x="3072511" y="1511808"/>
                  </a:lnTo>
                  <a:cubicBezTo>
                    <a:pt x="3072511" y="1646428"/>
                    <a:pt x="2962402" y="1755648"/>
                    <a:pt x="2826639" y="1755648"/>
                  </a:cubicBezTo>
                  <a:lnTo>
                    <a:pt x="245872" y="1755648"/>
                  </a:lnTo>
                  <a:cubicBezTo>
                    <a:pt x="110109" y="1755648"/>
                    <a:pt x="0" y="1646428"/>
                    <a:pt x="0" y="1511808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106293" cy="1789430"/>
            </a:xfrm>
            <a:custGeom>
              <a:avLst/>
              <a:gdLst/>
              <a:ahLst/>
              <a:cxnLst/>
              <a:rect r="r" b="b" t="t" l="l"/>
              <a:pathLst>
                <a:path h="1789430" w="3106293">
                  <a:moveTo>
                    <a:pt x="0" y="260731"/>
                  </a:moveTo>
                  <a:cubicBezTo>
                    <a:pt x="0" y="116586"/>
                    <a:pt x="117729" y="0"/>
                    <a:pt x="262763" y="0"/>
                  </a:cubicBezTo>
                  <a:lnTo>
                    <a:pt x="2843530" y="0"/>
                  </a:lnTo>
                  <a:lnTo>
                    <a:pt x="2843530" y="16891"/>
                  </a:lnTo>
                  <a:lnTo>
                    <a:pt x="2843530" y="0"/>
                  </a:lnTo>
                  <a:cubicBezTo>
                    <a:pt x="2988564" y="0"/>
                    <a:pt x="3106293" y="116586"/>
                    <a:pt x="3106293" y="260731"/>
                  </a:cubicBezTo>
                  <a:lnTo>
                    <a:pt x="3106293" y="1528699"/>
                  </a:lnTo>
                  <a:lnTo>
                    <a:pt x="3089402" y="1528699"/>
                  </a:lnTo>
                  <a:lnTo>
                    <a:pt x="3106293" y="1528699"/>
                  </a:lnTo>
                  <a:cubicBezTo>
                    <a:pt x="3106293" y="1672844"/>
                    <a:pt x="2988564" y="1789430"/>
                    <a:pt x="2843530" y="1789430"/>
                  </a:cubicBezTo>
                  <a:lnTo>
                    <a:pt x="2843530" y="1772539"/>
                  </a:lnTo>
                  <a:lnTo>
                    <a:pt x="2843530" y="1789430"/>
                  </a:lnTo>
                  <a:lnTo>
                    <a:pt x="262763" y="1789430"/>
                  </a:lnTo>
                  <a:lnTo>
                    <a:pt x="262763" y="1772539"/>
                  </a:lnTo>
                  <a:lnTo>
                    <a:pt x="262763" y="1789430"/>
                  </a:lnTo>
                  <a:cubicBezTo>
                    <a:pt x="117729" y="1789557"/>
                    <a:pt x="0" y="1672844"/>
                    <a:pt x="0" y="152869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528699"/>
                  </a:lnTo>
                  <a:lnTo>
                    <a:pt x="16891" y="1528699"/>
                  </a:lnTo>
                  <a:lnTo>
                    <a:pt x="33909" y="1528699"/>
                  </a:lnTo>
                  <a:cubicBezTo>
                    <a:pt x="33909" y="1653921"/>
                    <a:pt x="136271" y="1755648"/>
                    <a:pt x="262763" y="1755648"/>
                  </a:cubicBezTo>
                  <a:lnTo>
                    <a:pt x="2843530" y="1755648"/>
                  </a:lnTo>
                  <a:cubicBezTo>
                    <a:pt x="2970022" y="1755648"/>
                    <a:pt x="3072384" y="1653921"/>
                    <a:pt x="3072384" y="1528699"/>
                  </a:cubicBezTo>
                  <a:lnTo>
                    <a:pt x="3072384" y="260731"/>
                  </a:lnTo>
                  <a:lnTo>
                    <a:pt x="3089275" y="260731"/>
                  </a:lnTo>
                  <a:lnTo>
                    <a:pt x="3072384" y="260731"/>
                  </a:lnTo>
                  <a:cubicBezTo>
                    <a:pt x="3072384" y="135509"/>
                    <a:pt x="2970022" y="33782"/>
                    <a:pt x="2843530" y="33782"/>
                  </a:cubicBezTo>
                  <a:lnTo>
                    <a:pt x="262763" y="33782"/>
                  </a:lnTo>
                  <a:lnTo>
                    <a:pt x="262763" y="16891"/>
                  </a:lnTo>
                  <a:lnTo>
                    <a:pt x="262763" y="33909"/>
                  </a:lnTo>
                  <a:cubicBezTo>
                    <a:pt x="136271" y="33909"/>
                    <a:pt x="33909" y="135636"/>
                    <a:pt x="33909" y="260858"/>
                  </a:cubicBezTo>
                  <a:close/>
                </a:path>
              </a:pathLst>
            </a:custGeom>
            <a:solidFill>
              <a:srgbClr val="3B82F6">
                <a:alpha val="20000"/>
              </a:srgbClr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410944" y="7351776"/>
            <a:ext cx="2304288" cy="548640"/>
            <a:chOff x="0" y="0"/>
            <a:chExt cx="3072384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072384" cy="731520"/>
            </a:xfrm>
            <a:custGeom>
              <a:avLst/>
              <a:gdLst/>
              <a:ahLst/>
              <a:cxnLst/>
              <a:rect r="r" b="b" t="t" l="l"/>
              <a:pathLst>
                <a:path h="7315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19050"/>
              <a:ext cx="307238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3B82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4410944" y="7900416"/>
            <a:ext cx="2304288" cy="475488"/>
            <a:chOff x="0" y="0"/>
            <a:chExt cx="3072384" cy="63398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072384" cy="633984"/>
            </a:xfrm>
            <a:custGeom>
              <a:avLst/>
              <a:gdLst/>
              <a:ahLst/>
              <a:cxnLst/>
              <a:rect r="r" b="b" t="t" l="l"/>
              <a:pathLst>
                <a:path h="633984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" r="0" b="-44427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307238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Discussion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2730503" y="8911847"/>
            <a:ext cx="12827003" cy="976379"/>
            <a:chOff x="0" y="0"/>
            <a:chExt cx="17102671" cy="1301839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706880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1">
                  <a:moveTo>
                    <a:pt x="0" y="243840"/>
                  </a:moveTo>
                  <a:cubicBezTo>
                    <a:pt x="0" y="109220"/>
                    <a:pt x="111887" y="0"/>
                    <a:pt x="249809" y="0"/>
                  </a:cubicBezTo>
                  <a:lnTo>
                    <a:pt x="16818991" y="0"/>
                  </a:lnTo>
                  <a:cubicBezTo>
                    <a:pt x="16957040" y="0"/>
                    <a:pt x="17068801" y="109220"/>
                    <a:pt x="17068801" y="243840"/>
                  </a:cubicBezTo>
                  <a:lnTo>
                    <a:pt x="17068801" y="1024128"/>
                  </a:lnTo>
                  <a:cubicBezTo>
                    <a:pt x="17068801" y="1158748"/>
                    <a:pt x="16956913" y="1267968"/>
                    <a:pt x="16818991" y="1267968"/>
                  </a:cubicBezTo>
                  <a:lnTo>
                    <a:pt x="249936" y="1267968"/>
                  </a:lnTo>
                  <a:cubicBezTo>
                    <a:pt x="111887" y="1267968"/>
                    <a:pt x="127" y="1158748"/>
                    <a:pt x="127" y="1024128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710271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7102710">
                  <a:moveTo>
                    <a:pt x="0" y="260731"/>
                  </a:moveTo>
                  <a:cubicBezTo>
                    <a:pt x="0" y="116332"/>
                    <a:pt x="119888" y="0"/>
                    <a:pt x="266827" y="0"/>
                  </a:cubicBezTo>
                  <a:lnTo>
                    <a:pt x="16835882" y="0"/>
                  </a:lnTo>
                  <a:lnTo>
                    <a:pt x="16835882" y="16891"/>
                  </a:lnTo>
                  <a:lnTo>
                    <a:pt x="16835882" y="0"/>
                  </a:lnTo>
                  <a:cubicBezTo>
                    <a:pt x="16982821" y="0"/>
                    <a:pt x="17102710" y="116332"/>
                    <a:pt x="17102710" y="260731"/>
                  </a:cubicBezTo>
                  <a:lnTo>
                    <a:pt x="17085819" y="260731"/>
                  </a:lnTo>
                  <a:lnTo>
                    <a:pt x="17102710" y="260731"/>
                  </a:lnTo>
                  <a:lnTo>
                    <a:pt x="17102710" y="1041019"/>
                  </a:lnTo>
                  <a:lnTo>
                    <a:pt x="17085819" y="1041019"/>
                  </a:lnTo>
                  <a:lnTo>
                    <a:pt x="17102710" y="1041019"/>
                  </a:lnTo>
                  <a:cubicBezTo>
                    <a:pt x="17102710" y="1185418"/>
                    <a:pt x="16982821" y="1301750"/>
                    <a:pt x="16835882" y="1301750"/>
                  </a:cubicBezTo>
                  <a:lnTo>
                    <a:pt x="16835882" y="1284859"/>
                  </a:lnTo>
                  <a:lnTo>
                    <a:pt x="16835882" y="1301750"/>
                  </a:lnTo>
                  <a:lnTo>
                    <a:pt x="266827" y="1301750"/>
                  </a:lnTo>
                  <a:lnTo>
                    <a:pt x="266827" y="1284859"/>
                  </a:lnTo>
                  <a:lnTo>
                    <a:pt x="266827" y="1301750"/>
                  </a:lnTo>
                  <a:cubicBezTo>
                    <a:pt x="119888" y="1301877"/>
                    <a:pt x="0" y="1185418"/>
                    <a:pt x="0" y="1041019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1041019"/>
                  </a:lnTo>
                  <a:lnTo>
                    <a:pt x="16891" y="1041019"/>
                  </a:lnTo>
                  <a:lnTo>
                    <a:pt x="33909" y="1041019"/>
                  </a:lnTo>
                  <a:cubicBezTo>
                    <a:pt x="33909" y="1165987"/>
                    <a:pt x="137795" y="1267968"/>
                    <a:pt x="266827" y="1267968"/>
                  </a:cubicBezTo>
                  <a:lnTo>
                    <a:pt x="16835882" y="1267968"/>
                  </a:lnTo>
                  <a:cubicBezTo>
                    <a:pt x="16964915" y="1267968"/>
                    <a:pt x="17068800" y="1165987"/>
                    <a:pt x="17068800" y="1041019"/>
                  </a:cubicBezTo>
                  <a:lnTo>
                    <a:pt x="17068800" y="260731"/>
                  </a:lnTo>
                  <a:cubicBezTo>
                    <a:pt x="17068800" y="135763"/>
                    <a:pt x="16964915" y="33782"/>
                    <a:pt x="16835882" y="33782"/>
                  </a:cubicBezTo>
                  <a:lnTo>
                    <a:pt x="266827" y="33782"/>
                  </a:lnTo>
                  <a:lnTo>
                    <a:pt x="266827" y="16891"/>
                  </a:lnTo>
                  <a:lnTo>
                    <a:pt x="266827" y="33909"/>
                  </a:lnTo>
                  <a:cubicBezTo>
                    <a:pt x="137795" y="33909"/>
                    <a:pt x="33909" y="135890"/>
                    <a:pt x="33909" y="2607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2962656" y="9034272"/>
            <a:ext cx="12362688" cy="438912"/>
            <a:chOff x="0" y="0"/>
            <a:chExt cx="16483584" cy="58521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6483585" cy="585216"/>
            </a:xfrm>
            <a:custGeom>
              <a:avLst/>
              <a:gdLst/>
              <a:ahLst/>
              <a:cxnLst/>
              <a:rect r="r" b="b" t="t" l="l"/>
              <a:pathLst>
                <a:path h="585216" w="16483585">
                  <a:moveTo>
                    <a:pt x="0" y="0"/>
                  </a:moveTo>
                  <a:lnTo>
                    <a:pt x="16483585" y="0"/>
                  </a:lnTo>
                  <a:lnTo>
                    <a:pt x="164835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828" r="0" b="-498828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64835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14B8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  ·  Streamlit  ·  VADER  ·  DistilRoBERTa  ·  Plotly  ·  PyMuPDF  ·  pytesseract  ·  pypdf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2962656" y="9473184"/>
            <a:ext cx="12362688" cy="438912"/>
            <a:chOff x="0" y="0"/>
            <a:chExt cx="16483584" cy="58521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6483585" cy="585216"/>
            </a:xfrm>
            <a:custGeom>
              <a:avLst/>
              <a:gdLst/>
              <a:ahLst/>
              <a:cxnLst/>
              <a:rect r="r" b="b" t="t" l="l"/>
              <a:pathLst>
                <a:path h="585216" w="16483585">
                  <a:moveTo>
                    <a:pt x="0" y="0"/>
                  </a:moveTo>
                  <a:lnTo>
                    <a:pt x="16483585" y="0"/>
                  </a:lnTo>
                  <a:lnTo>
                    <a:pt x="164835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828" r="0" b="-498828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64835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Raahul Narayana Reddy Kummitha  ·  Saanvi Joginipally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DAHI7-AWKec</dc:identifier>
  <dcterms:modified xsi:type="dcterms:W3CDTF">2011-08-01T06:04:30Z</dcterms:modified>
  <cp:revision>1</cp:revision>
  <dc:title>EmotionEvolution_Combined.pptx</dc:title>
</cp:coreProperties>
</file>